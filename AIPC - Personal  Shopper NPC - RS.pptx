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6" r:id="rId1"/>
    <p:sldMasterId id="2147483748" r:id="rId2"/>
  </p:sldMasterIdLst>
  <p:notesMasterIdLst>
    <p:notesMasterId r:id="rId14"/>
  </p:notesMasterIdLst>
  <p:sldIdLst>
    <p:sldId id="269" r:id="rId3"/>
    <p:sldId id="270" r:id="rId4"/>
    <p:sldId id="271" r:id="rId5"/>
    <p:sldId id="272" r:id="rId6"/>
    <p:sldId id="273" r:id="rId7"/>
    <p:sldId id="274" r:id="rId8"/>
    <p:sldId id="275" r:id="rId9"/>
    <p:sldId id="276" r:id="rId10"/>
    <p:sldId id="277" r:id="rId11"/>
    <p:sldId id="278" r:id="rId12"/>
    <p:sldId id="279" r:id="rId13"/>
  </p:sldIdLst>
  <p:sldSz cx="9144000" cy="5143500" type="screen16x9"/>
  <p:notesSz cx="6858000" cy="9144000"/>
  <p:embeddedFontLst>
    <p:embeddedFont>
      <p:font typeface="Lato" panose="020F0502020204030203" pitchFamily="34" charset="0"/>
      <p:regular r:id="rId15"/>
      <p:bold r:id="rId16"/>
      <p:italic r:id="rId17"/>
      <p:boldItalic r:id="rId18"/>
    </p:embeddedFont>
    <p:embeddedFont>
      <p:font typeface="Poppins" panose="00000500000000000000" pitchFamily="2" charset="0"/>
      <p:regular r:id="rId19"/>
      <p:bold r:id="rId20"/>
      <p:italic r:id="rId21"/>
      <p:boldItalic r:id="rId22"/>
    </p:embeddedFont>
    <p:embeddedFont>
      <p:font typeface="Poppins SemiBold" panose="000007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0167779-98EA-4334-B83C-3EA2ADDCB2A7}">
  <a:tblStyle styleId="{10167779-98EA-4334-B83C-3EA2ADDCB2A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1.xml"/><Relationship Id="rId21" Type="http://schemas.openxmlformats.org/officeDocument/2006/relationships/font" Target="fonts/font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0.fntdata"/><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32cdcd171c5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32cdcd171c5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2d8a6a9d3ff_3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2d8a6a9d3ff_3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a:solidFill>
                  <a:schemeClr val="dk1"/>
                </a:solidFill>
                <a:latin typeface="Poppins SemiBold"/>
                <a:ea typeface="Poppins SemiBold"/>
                <a:cs typeface="Poppins SemiBold"/>
                <a:sym typeface="Poppins SemiBold"/>
              </a:rPr>
              <a:t>Notes</a:t>
            </a:r>
            <a:r>
              <a:rPr lang="en" sz="1400">
                <a:solidFill>
                  <a:schemeClr val="dk1"/>
                </a:solidFill>
              </a:rPr>
              <a:t> </a:t>
            </a:r>
            <a:br>
              <a:rPr lang="en" sz="1400">
                <a:solidFill>
                  <a:schemeClr val="dk1"/>
                </a:solidFill>
              </a:rPr>
            </a:br>
            <a:r>
              <a:rPr lang="en" sz="1400">
                <a:solidFill>
                  <a:schemeClr val="dk1"/>
                </a:solidFill>
              </a:rPr>
              <a:t>Defensive:</a:t>
            </a:r>
            <a:br>
              <a:rPr lang="en" sz="1400">
                <a:solidFill>
                  <a:schemeClr val="dk1"/>
                </a:solidFill>
              </a:rPr>
            </a:br>
            <a:r>
              <a:rPr lang="en" sz="1400">
                <a:solidFill>
                  <a:schemeClr val="dk1"/>
                </a:solidFill>
              </a:rPr>
              <a:t>Enhance player engagement , Improve purchase efficiency, Increase players session length</a:t>
            </a:r>
            <a:endParaRPr sz="1400">
              <a:solidFill>
                <a:schemeClr val="dk1"/>
              </a:solidFill>
            </a:endParaRPr>
          </a:p>
          <a:p>
            <a:pPr marL="0" lvl="0" indent="0" algn="l" rtl="0">
              <a:spcBef>
                <a:spcPts val="0"/>
              </a:spcBef>
              <a:spcAft>
                <a:spcPts val="0"/>
              </a:spcAft>
              <a:buClr>
                <a:schemeClr val="dk1"/>
              </a:buClr>
              <a:buSzPts val="1100"/>
              <a:buFont typeface="Arial"/>
              <a:buNone/>
            </a:pPr>
            <a:r>
              <a:rPr lang="en" sz="1400">
                <a:solidFill>
                  <a:schemeClr val="dk1"/>
                </a:solidFill>
                <a:latin typeface="Poppins SemiBold"/>
                <a:ea typeface="Poppins SemiBold"/>
                <a:cs typeface="Poppins SemiBold"/>
                <a:sym typeface="Poppins SemiBold"/>
              </a:rPr>
              <a:t>Offense: </a:t>
            </a:r>
            <a:br>
              <a:rPr lang="en" sz="1400">
                <a:solidFill>
                  <a:schemeClr val="dk1"/>
                </a:solidFill>
                <a:latin typeface="Poppins SemiBold"/>
                <a:ea typeface="Poppins SemiBold"/>
                <a:cs typeface="Poppins SemiBold"/>
                <a:sym typeface="Poppins SemiBold"/>
              </a:rPr>
            </a:br>
            <a:r>
              <a:rPr lang="en" sz="1400">
                <a:solidFill>
                  <a:schemeClr val="dk1"/>
                </a:solidFill>
              </a:rPr>
              <a:t>VIP Subs only, Build your pack feature (future)</a:t>
            </a:r>
            <a:endParaRPr sz="1400">
              <a:solidFill>
                <a:schemeClr val="dk1"/>
              </a:solidFill>
              <a:latin typeface="Poppins SemiBold"/>
              <a:ea typeface="Poppins SemiBold"/>
              <a:cs typeface="Poppins SemiBold"/>
              <a:sym typeface="Poppins SemiBo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2b849c1b741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6" name="Google Shape;646;g2b849c1b741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41ea95491c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341ea95491c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3422833fab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3422833fab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340ce8bf3a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 name="Google Shape;715;g340ce8bf3a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341ea95491c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 name="Google Shape;726;g341ea95491c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40ce8bf3a0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40ce8bf3a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marL="0" lvl="0" indent="0" algn="l" rtl="0">
              <a:spcBef>
                <a:spcPts val="0"/>
              </a:spcBef>
              <a:spcAft>
                <a:spcPts val="0"/>
              </a:spcAft>
              <a:buClr>
                <a:schemeClr val="dk1"/>
              </a:buClr>
              <a:buSzPts val="1100"/>
              <a:buFont typeface="Arial"/>
              <a:buNone/>
            </a:pPr>
            <a:endParaRPr sz="1400">
              <a:solidFill>
                <a:srgbClr val="7F7F7F"/>
              </a:solidFill>
              <a:latin typeface="Poppins SemiBold"/>
              <a:ea typeface="Poppins SemiBold"/>
              <a:cs typeface="Poppins SemiBold"/>
              <a:sym typeface="Poppins SemiBold"/>
            </a:endParaRPr>
          </a:p>
          <a:p>
            <a:pPr marL="0" lvl="0" indent="0" algn="l" rtl="0">
              <a:spcBef>
                <a:spcPts val="0"/>
              </a:spcBef>
              <a:spcAft>
                <a:spcPts val="0"/>
              </a:spcAft>
              <a:buClr>
                <a:schemeClr val="dk1"/>
              </a:buClr>
              <a:buSzPts val="1100"/>
              <a:buFont typeface="Arial"/>
              <a:buNone/>
            </a:pPr>
            <a:endParaRPr sz="1200" b="1">
              <a:solidFill>
                <a:schemeClr val="dk1"/>
              </a:solidFill>
              <a:latin typeface="Lato"/>
              <a:ea typeface="Lato"/>
              <a:cs typeface="Lato"/>
              <a:sym typeface="La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b849c1b741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2" name="Google Shape;782;g2b849c1b74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2b288f8cffb_0_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2b288f8cffb_0_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3422833fab5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2" name="Google Shape;812;g3422833fab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raining Agenda">
  <p:cSld name="CUSTOM_5_1">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571500" y="800102"/>
            <a:ext cx="4000500" cy="5706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16" name="Google Shape;16;p3"/>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orient="horz" pos="863">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odule index">
  <p:cSld name="CUSTOM_6_1">
    <p:bg>
      <p:bgPr>
        <a:solidFill>
          <a:schemeClr val="dk1"/>
        </a:solidFill>
        <a:effectLst/>
      </p:bgPr>
    </p:bg>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571500" y="800102"/>
            <a:ext cx="4000500" cy="570600"/>
          </a:xfrm>
          <a:prstGeom prst="rect">
            <a:avLst/>
          </a:prstGeom>
        </p:spPr>
        <p:txBody>
          <a:bodyPr spcFirstLastPara="1" wrap="square" lIns="0" tIns="0" rIns="0" bIns="0" anchor="ctr" anchorCtr="0">
            <a:noAutofit/>
          </a:bodyPr>
          <a:lstStyle>
            <a:lvl1pPr lvl="0" rtl="0">
              <a:spcBef>
                <a:spcPts val="0"/>
              </a:spcBef>
              <a:spcAft>
                <a:spcPts val="0"/>
              </a:spcAft>
              <a:buClr>
                <a:schemeClr val="lt1"/>
              </a:buClr>
              <a:buSzPts val="1800"/>
              <a:buNone/>
              <a:defRPr b="1">
                <a:solidFill>
                  <a:schemeClr val="lt1"/>
                </a:solidFill>
              </a:defRPr>
            </a:lvl1pPr>
            <a:lvl2pPr lvl="1" rtl="0">
              <a:spcBef>
                <a:spcPts val="0"/>
              </a:spcBef>
              <a:spcAft>
                <a:spcPts val="0"/>
              </a:spcAft>
              <a:buClr>
                <a:schemeClr val="lt1"/>
              </a:buClr>
              <a:buSzPts val="1800"/>
              <a:buNone/>
              <a:defRPr>
                <a:solidFill>
                  <a:schemeClr val="lt1"/>
                </a:solidFill>
              </a:defRPr>
            </a:lvl2pPr>
            <a:lvl3pPr lvl="2" rtl="0">
              <a:spcBef>
                <a:spcPts val="0"/>
              </a:spcBef>
              <a:spcAft>
                <a:spcPts val="0"/>
              </a:spcAft>
              <a:buClr>
                <a:schemeClr val="lt1"/>
              </a:buClr>
              <a:buSzPts val="1800"/>
              <a:buNone/>
              <a:defRPr>
                <a:solidFill>
                  <a:schemeClr val="lt1"/>
                </a:solidFill>
              </a:defRPr>
            </a:lvl3pPr>
            <a:lvl4pPr lvl="3" rtl="0">
              <a:spcBef>
                <a:spcPts val="0"/>
              </a:spcBef>
              <a:spcAft>
                <a:spcPts val="0"/>
              </a:spcAft>
              <a:buClr>
                <a:schemeClr val="lt1"/>
              </a:buClr>
              <a:buSzPts val="1800"/>
              <a:buNone/>
              <a:defRPr>
                <a:solidFill>
                  <a:schemeClr val="lt1"/>
                </a:solidFill>
              </a:defRPr>
            </a:lvl4pPr>
            <a:lvl5pPr lvl="4" rtl="0">
              <a:spcBef>
                <a:spcPts val="0"/>
              </a:spcBef>
              <a:spcAft>
                <a:spcPts val="0"/>
              </a:spcAft>
              <a:buClr>
                <a:schemeClr val="lt1"/>
              </a:buClr>
              <a:buSzPts val="1800"/>
              <a:buNone/>
              <a:defRPr>
                <a:solidFill>
                  <a:schemeClr val="lt1"/>
                </a:solidFill>
              </a:defRPr>
            </a:lvl5pPr>
            <a:lvl6pPr lvl="5" rtl="0">
              <a:spcBef>
                <a:spcPts val="0"/>
              </a:spcBef>
              <a:spcAft>
                <a:spcPts val="0"/>
              </a:spcAft>
              <a:buClr>
                <a:schemeClr val="lt1"/>
              </a:buClr>
              <a:buSzPts val="1800"/>
              <a:buNone/>
              <a:defRPr>
                <a:solidFill>
                  <a:schemeClr val="lt1"/>
                </a:solidFill>
              </a:defRPr>
            </a:lvl6pPr>
            <a:lvl7pPr lvl="6" rtl="0">
              <a:spcBef>
                <a:spcPts val="0"/>
              </a:spcBef>
              <a:spcAft>
                <a:spcPts val="0"/>
              </a:spcAft>
              <a:buClr>
                <a:schemeClr val="lt1"/>
              </a:buClr>
              <a:buSzPts val="1800"/>
              <a:buNone/>
              <a:defRPr>
                <a:solidFill>
                  <a:schemeClr val="lt1"/>
                </a:solidFill>
              </a:defRPr>
            </a:lvl7pPr>
            <a:lvl8pPr lvl="7" rtl="0">
              <a:spcBef>
                <a:spcPts val="0"/>
              </a:spcBef>
              <a:spcAft>
                <a:spcPts val="0"/>
              </a:spcAft>
              <a:buClr>
                <a:schemeClr val="lt1"/>
              </a:buClr>
              <a:buSzPts val="1800"/>
              <a:buNone/>
              <a:defRPr>
                <a:solidFill>
                  <a:schemeClr val="lt1"/>
                </a:solidFill>
              </a:defRPr>
            </a:lvl8pPr>
            <a:lvl9pPr lvl="8" rtl="0">
              <a:spcBef>
                <a:spcPts val="0"/>
              </a:spcBef>
              <a:spcAft>
                <a:spcPts val="0"/>
              </a:spcAft>
              <a:buClr>
                <a:schemeClr val="lt1"/>
              </a:buClr>
              <a:buSzPts val="1800"/>
              <a:buNone/>
              <a:defRPr>
                <a:solidFill>
                  <a:schemeClr val="lt1"/>
                </a:solidFill>
              </a:defRPr>
            </a:lvl9pPr>
          </a:lstStyle>
          <a:p>
            <a:endParaRPr/>
          </a:p>
        </p:txBody>
      </p:sp>
      <p:sp>
        <p:nvSpPr>
          <p:cNvPr id="19" name="Google Shape;19;p4"/>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orient="horz" pos="86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_HEADER_1_1_3">
    <p:bg>
      <p:bgPr>
        <a:solidFill>
          <a:schemeClr val="dk1"/>
        </a:solidFill>
        <a:effectLst/>
      </p:bgPr>
    </p:bg>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‹nº›</a:t>
            </a:fld>
            <a:endParaRPr/>
          </a:p>
        </p:txBody>
      </p:sp>
      <p:sp>
        <p:nvSpPr>
          <p:cNvPr id="22" name="Google Shape;22;p5"/>
          <p:cNvSpPr txBox="1">
            <a:spLocks noGrp="1"/>
          </p:cNvSpPr>
          <p:nvPr>
            <p:ph type="ctrTitle"/>
          </p:nvPr>
        </p:nvSpPr>
        <p:spPr>
          <a:xfrm>
            <a:off x="1371575" y="2140200"/>
            <a:ext cx="6400800" cy="1253700"/>
          </a:xfrm>
          <a:prstGeom prst="rect">
            <a:avLst/>
          </a:prstGeom>
        </p:spPr>
        <p:txBody>
          <a:bodyPr spcFirstLastPara="1" wrap="square" lIns="0" tIns="0" rIns="0" bIns="0" anchor="ctr" anchorCtr="0">
            <a:spAutoFit/>
          </a:bodyPr>
          <a:lstStyle>
            <a:lvl1pPr lvl="0" algn="ctr" rtl="0">
              <a:lnSpc>
                <a:spcPct val="100000"/>
              </a:lnSpc>
              <a:spcBef>
                <a:spcPts val="1000"/>
              </a:spcBef>
              <a:spcAft>
                <a:spcPts val="0"/>
              </a:spcAft>
              <a:buClr>
                <a:schemeClr val="lt1"/>
              </a:buClr>
              <a:buSzPts val="4000"/>
              <a:buNone/>
              <a:defRPr sz="4000" b="1">
                <a:solidFill>
                  <a:schemeClr val="lt1"/>
                </a:solidFill>
              </a:defRPr>
            </a:lvl1pPr>
            <a:lvl2pPr lvl="1" algn="ctr" rtl="0">
              <a:lnSpc>
                <a:spcPct val="100000"/>
              </a:lnSpc>
              <a:spcBef>
                <a:spcPts val="0"/>
              </a:spcBef>
              <a:spcAft>
                <a:spcPts val="0"/>
              </a:spcAft>
              <a:buClr>
                <a:schemeClr val="lt1"/>
              </a:buClr>
              <a:buSzPts val="4000"/>
              <a:buNone/>
              <a:defRPr sz="4000">
                <a:solidFill>
                  <a:schemeClr val="lt1"/>
                </a:solidFill>
              </a:defRPr>
            </a:lvl2pPr>
            <a:lvl3pPr lvl="2" algn="ctr" rtl="0">
              <a:lnSpc>
                <a:spcPct val="100000"/>
              </a:lnSpc>
              <a:spcBef>
                <a:spcPts val="0"/>
              </a:spcBef>
              <a:spcAft>
                <a:spcPts val="0"/>
              </a:spcAft>
              <a:buClr>
                <a:schemeClr val="lt1"/>
              </a:buClr>
              <a:buSzPts val="4000"/>
              <a:buNone/>
              <a:defRPr sz="4000">
                <a:solidFill>
                  <a:schemeClr val="lt1"/>
                </a:solidFill>
              </a:defRPr>
            </a:lvl3pPr>
            <a:lvl4pPr lvl="3" algn="ctr" rtl="0">
              <a:lnSpc>
                <a:spcPct val="100000"/>
              </a:lnSpc>
              <a:spcBef>
                <a:spcPts val="0"/>
              </a:spcBef>
              <a:spcAft>
                <a:spcPts val="0"/>
              </a:spcAft>
              <a:buClr>
                <a:schemeClr val="lt1"/>
              </a:buClr>
              <a:buSzPts val="4000"/>
              <a:buNone/>
              <a:defRPr sz="4000">
                <a:solidFill>
                  <a:schemeClr val="lt1"/>
                </a:solidFill>
              </a:defRPr>
            </a:lvl4pPr>
            <a:lvl5pPr lvl="4" algn="ctr" rtl="0">
              <a:lnSpc>
                <a:spcPct val="100000"/>
              </a:lnSpc>
              <a:spcBef>
                <a:spcPts val="0"/>
              </a:spcBef>
              <a:spcAft>
                <a:spcPts val="0"/>
              </a:spcAft>
              <a:buClr>
                <a:schemeClr val="lt1"/>
              </a:buClr>
              <a:buSzPts val="4000"/>
              <a:buNone/>
              <a:defRPr sz="4000">
                <a:solidFill>
                  <a:schemeClr val="lt1"/>
                </a:solidFill>
              </a:defRPr>
            </a:lvl5pPr>
            <a:lvl6pPr lvl="5" algn="ctr" rtl="0">
              <a:lnSpc>
                <a:spcPct val="100000"/>
              </a:lnSpc>
              <a:spcBef>
                <a:spcPts val="0"/>
              </a:spcBef>
              <a:spcAft>
                <a:spcPts val="0"/>
              </a:spcAft>
              <a:buClr>
                <a:schemeClr val="lt1"/>
              </a:buClr>
              <a:buSzPts val="4000"/>
              <a:buNone/>
              <a:defRPr sz="4000">
                <a:solidFill>
                  <a:schemeClr val="lt1"/>
                </a:solidFill>
              </a:defRPr>
            </a:lvl6pPr>
            <a:lvl7pPr lvl="6" algn="ctr" rtl="0">
              <a:lnSpc>
                <a:spcPct val="100000"/>
              </a:lnSpc>
              <a:spcBef>
                <a:spcPts val="0"/>
              </a:spcBef>
              <a:spcAft>
                <a:spcPts val="0"/>
              </a:spcAft>
              <a:buClr>
                <a:schemeClr val="lt1"/>
              </a:buClr>
              <a:buSzPts val="4000"/>
              <a:buNone/>
              <a:defRPr sz="4000">
                <a:solidFill>
                  <a:schemeClr val="lt1"/>
                </a:solidFill>
              </a:defRPr>
            </a:lvl7pPr>
            <a:lvl8pPr lvl="7" algn="ctr" rtl="0">
              <a:lnSpc>
                <a:spcPct val="100000"/>
              </a:lnSpc>
              <a:spcBef>
                <a:spcPts val="0"/>
              </a:spcBef>
              <a:spcAft>
                <a:spcPts val="0"/>
              </a:spcAft>
              <a:buClr>
                <a:schemeClr val="lt1"/>
              </a:buClr>
              <a:buSzPts val="4000"/>
              <a:buNone/>
              <a:defRPr sz="4000">
                <a:solidFill>
                  <a:schemeClr val="lt1"/>
                </a:solidFill>
              </a:defRPr>
            </a:lvl8pPr>
            <a:lvl9pPr lvl="8" algn="ctr" rtl="0">
              <a:lnSpc>
                <a:spcPct val="100000"/>
              </a:lnSpc>
              <a:spcBef>
                <a:spcPts val="0"/>
              </a:spcBef>
              <a:spcAft>
                <a:spcPts val="0"/>
              </a:spcAft>
              <a:buClr>
                <a:schemeClr val="lt1"/>
              </a:buClr>
              <a:buSzPts val="4000"/>
              <a:buNone/>
              <a:defRPr sz="4000">
                <a:solidFill>
                  <a:schemeClr val="lt1"/>
                </a:solidFill>
              </a:defRPr>
            </a:lvl9pPr>
          </a:lstStyle>
          <a:p>
            <a:endParaRPr/>
          </a:p>
        </p:txBody>
      </p:sp>
      <p:sp>
        <p:nvSpPr>
          <p:cNvPr id="23" name="Google Shape;23;p5"/>
          <p:cNvSpPr txBox="1">
            <a:spLocks noGrp="1"/>
          </p:cNvSpPr>
          <p:nvPr>
            <p:ph type="subTitle" idx="1"/>
          </p:nvPr>
        </p:nvSpPr>
        <p:spPr>
          <a:xfrm>
            <a:off x="1371625" y="1749600"/>
            <a:ext cx="6400800" cy="3906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1pPr>
            <a:lvl2pPr lvl="1" algn="ctr"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2pPr>
            <a:lvl3pPr lvl="2" algn="ctr"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3pPr>
            <a:lvl4pPr lvl="3" algn="ctr"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4pPr>
            <a:lvl5pPr lvl="4" algn="ctr"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5pPr>
            <a:lvl6pPr lvl="5" algn="ctr"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6pPr>
            <a:lvl7pPr lvl="6" algn="ctr"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7pPr>
            <a:lvl8pPr lvl="7" algn="ctr"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8pPr>
            <a:lvl9pPr lvl="8" algn="ctr"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9pPr>
          </a:lstStyle>
          <a:p>
            <a:endParaRPr/>
          </a:p>
        </p:txBody>
      </p:sp>
    </p:spTree>
  </p:cSld>
  <p:clrMapOvr>
    <a:masterClrMapping/>
  </p:clrMapOvr>
  <p:extLst>
    <p:ext uri="{DCECCB84-F9BA-43D5-87BE-67443E8EF086}">
      <p15:sldGuideLst xmlns:p15="http://schemas.microsoft.com/office/powerpoint/2012/main">
        <p15:guide id="1" pos="864">
          <p15:clr>
            <a:srgbClr val="E46962"/>
          </p15:clr>
        </p15:guide>
        <p15:guide id="2" pos="4896">
          <p15:clr>
            <a:srgbClr val="E46962"/>
          </p15:clr>
        </p15:guide>
        <p15:guide id="3" orient="horz" pos="1620">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section header" type="secHead">
  <p:cSld name="SECTION_HEADER">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571500" y="2150850"/>
            <a:ext cx="8001000" cy="8418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a:endParaRPr/>
          </a:p>
        </p:txBody>
      </p:sp>
      <p:sp>
        <p:nvSpPr>
          <p:cNvPr id="26" name="Google Shape;26;p6"/>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571500" y="800100"/>
            <a:ext cx="4000500" cy="914400"/>
          </a:xfrm>
          <a:prstGeom prst="rect">
            <a:avLst/>
          </a:prstGeom>
        </p:spPr>
        <p:txBody>
          <a:bodyPr spcFirstLastPara="1" wrap="square" lIns="0" tIns="0" rIns="0" bIns="0" anchor="ctr" anchorCtr="0">
            <a:noAutofit/>
          </a:bodyPr>
          <a:lstStyle>
            <a:lvl1pPr lvl="0" rt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a:endParaRPr/>
          </a:p>
        </p:txBody>
      </p:sp>
      <p:sp>
        <p:nvSpPr>
          <p:cNvPr id="29" name="Google Shape;29;p7"/>
          <p:cNvSpPr txBox="1">
            <a:spLocks noGrp="1"/>
          </p:cNvSpPr>
          <p:nvPr>
            <p:ph type="body" idx="1"/>
          </p:nvPr>
        </p:nvSpPr>
        <p:spPr>
          <a:xfrm>
            <a:off x="571500" y="1714500"/>
            <a:ext cx="4000500" cy="2857500"/>
          </a:xfrm>
          <a:prstGeom prst="rect">
            <a:avLst/>
          </a:prstGeom>
        </p:spPr>
        <p:txBody>
          <a:bodyPr spcFirstLastPara="1" wrap="square" lIns="0" tIns="0" rIns="0" bIns="0" anchor="t" anchorCtr="0">
            <a:noAutofit/>
          </a:bodyPr>
          <a:lstStyle>
            <a:lvl1pPr marL="457200" lvl="0" indent="-3048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0" name="Google Shape;30;p7"/>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 picture">
  <p:cSld name="CUSTOM_2">
    <p:spTree>
      <p:nvGrpSpPr>
        <p:cNvPr id="1" name="Shape 31"/>
        <p:cNvGrpSpPr/>
        <p:nvPr/>
      </p:nvGrpSpPr>
      <p:grpSpPr>
        <a:xfrm>
          <a:off x="0" y="0"/>
          <a:ext cx="0" cy="0"/>
          <a:chOff x="0" y="0"/>
          <a:chExt cx="0" cy="0"/>
        </a:xfrm>
      </p:grpSpPr>
      <p:sp>
        <p:nvSpPr>
          <p:cNvPr id="32" name="Google Shape;32;p8"/>
          <p:cNvSpPr txBox="1">
            <a:spLocks noGrp="1"/>
          </p:cNvSpPr>
          <p:nvPr>
            <p:ph type="title"/>
          </p:nvPr>
        </p:nvSpPr>
        <p:spPr>
          <a:xfrm>
            <a:off x="571500" y="800100"/>
            <a:ext cx="3089700" cy="914400"/>
          </a:xfrm>
          <a:prstGeom prst="rect">
            <a:avLst/>
          </a:prstGeom>
        </p:spPr>
        <p:txBody>
          <a:bodyPr spcFirstLastPara="1" wrap="square" lIns="0" tIns="0" rIns="0" bIns="0" anchor="ctr" anchorCtr="0">
            <a:noAutofit/>
          </a:bodyPr>
          <a:lstStyle>
            <a:lvl1pPr lvl="0" rt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a:endParaRPr/>
          </a:p>
        </p:txBody>
      </p:sp>
      <p:sp>
        <p:nvSpPr>
          <p:cNvPr id="33" name="Google Shape;33;p8"/>
          <p:cNvSpPr>
            <a:spLocks noGrp="1"/>
          </p:cNvSpPr>
          <p:nvPr>
            <p:ph type="pic" idx="2"/>
          </p:nvPr>
        </p:nvSpPr>
        <p:spPr>
          <a:xfrm>
            <a:off x="5011488" y="962700"/>
            <a:ext cx="3218100" cy="3218100"/>
          </a:xfrm>
          <a:prstGeom prst="roundRect">
            <a:avLst>
              <a:gd name="adj" fmla="val 1254"/>
            </a:avLst>
          </a:prstGeom>
          <a:noFill/>
          <a:ln>
            <a:noFill/>
          </a:ln>
        </p:spPr>
      </p:sp>
      <p:sp>
        <p:nvSpPr>
          <p:cNvPr id="34" name="Google Shape;34;p8"/>
          <p:cNvSpPr txBox="1">
            <a:spLocks noGrp="1"/>
          </p:cNvSpPr>
          <p:nvPr>
            <p:ph type="body" idx="1"/>
          </p:nvPr>
        </p:nvSpPr>
        <p:spPr>
          <a:xfrm>
            <a:off x="571500" y="1714500"/>
            <a:ext cx="3089700" cy="2857500"/>
          </a:xfrm>
          <a:prstGeom prst="rect">
            <a:avLst/>
          </a:prstGeom>
        </p:spPr>
        <p:txBody>
          <a:bodyPr spcFirstLastPara="1" wrap="square" lIns="0" tIns="0" rIns="0" bIns="0" anchor="t" anchorCtr="0">
            <a:noAutofit/>
          </a:bodyPr>
          <a:lstStyle>
            <a:lvl1pPr marL="457200" lvl="0" indent="-3048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5" name="Google Shape;35;p8"/>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5184">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text and bullet points">
  <p:cSld name="CUSTOM_1_2">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38" name="Google Shape;38;p9"/>
          <p:cNvSpPr txBox="1">
            <a:spLocks noGrp="1"/>
          </p:cNvSpPr>
          <p:nvPr>
            <p:ph type="body" idx="1"/>
          </p:nvPr>
        </p:nvSpPr>
        <p:spPr>
          <a:xfrm>
            <a:off x="571500" y="1714500"/>
            <a:ext cx="4000500" cy="1023900"/>
          </a:xfrm>
          <a:prstGeom prst="rect">
            <a:avLst/>
          </a:prstGeom>
        </p:spPr>
        <p:txBody>
          <a:bodyPr spcFirstLastPara="1" wrap="square" lIns="0" tIns="0" rIns="0" bIns="0" anchor="t" anchorCtr="0">
            <a:spAutoFit/>
          </a:bodyPr>
          <a:lstStyle>
            <a:lvl1pPr marL="457200" lvl="0" indent="-3048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rtl="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9" name="Google Shape;39;p9"/>
          <p:cNvSpPr txBox="1">
            <a:spLocks noGrp="1"/>
          </p:cNvSpPr>
          <p:nvPr>
            <p:ph type="body" idx="2"/>
          </p:nvPr>
        </p:nvSpPr>
        <p:spPr>
          <a:xfrm>
            <a:off x="571500" y="2965425"/>
            <a:ext cx="4000500" cy="1606500"/>
          </a:xfrm>
          <a:prstGeom prst="rect">
            <a:avLst/>
          </a:prstGeom>
        </p:spPr>
        <p:txBody>
          <a:bodyPr spcFirstLastPara="1" wrap="square" lIns="0" tIns="0" rIns="0" bIns="0" anchor="t" anchorCtr="0">
            <a:noAutofit/>
          </a:bodyPr>
          <a:lstStyle>
            <a:lvl1pPr marL="457200" lvl="0" indent="-3048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40" name="Google Shape;40;p9"/>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list">
  <p:cSld name="CUSTOM_1_1">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571500" y="800100"/>
            <a:ext cx="4000500" cy="914400"/>
          </a:xfrm>
          <a:prstGeom prst="rect">
            <a:avLst/>
          </a:prstGeom>
        </p:spPr>
        <p:txBody>
          <a:bodyPr spcFirstLastPara="1" wrap="square" lIns="0" tIns="0" rIns="0" bIns="0" anchor="ctr" anchorCtr="0">
            <a:noAutofit/>
          </a:bodyPr>
          <a:lstStyle>
            <a:lvl1pPr lvl="0" rt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a:endParaRPr/>
          </a:p>
        </p:txBody>
      </p:sp>
      <p:sp>
        <p:nvSpPr>
          <p:cNvPr id="43" name="Google Shape;43;p10"/>
          <p:cNvSpPr txBox="1">
            <a:spLocks noGrp="1"/>
          </p:cNvSpPr>
          <p:nvPr>
            <p:ph type="body" idx="1"/>
          </p:nvPr>
        </p:nvSpPr>
        <p:spPr>
          <a:xfrm>
            <a:off x="571500" y="1714500"/>
            <a:ext cx="4000500" cy="2857500"/>
          </a:xfrm>
          <a:prstGeom prst="rect">
            <a:avLst/>
          </a:prstGeom>
        </p:spPr>
        <p:txBody>
          <a:bodyPr spcFirstLastPara="1" wrap="square" lIns="0" tIns="0" rIns="0" bIns="0" anchor="t" anchorCtr="0">
            <a:noAutofit/>
          </a:bodyPr>
          <a:lstStyle>
            <a:lvl1pPr marL="457200" lvl="0" indent="-3048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44" name="Google Shape;44;p10"/>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ullet points">
  <p:cSld name="CUSTOM_1_1_1">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571500" y="800100"/>
            <a:ext cx="4000500" cy="914400"/>
          </a:xfrm>
          <a:prstGeom prst="rect">
            <a:avLst/>
          </a:prstGeom>
        </p:spPr>
        <p:txBody>
          <a:bodyPr spcFirstLastPara="1" wrap="square" lIns="0" tIns="0" rIns="0" bIns="0" anchor="ctr" anchorCtr="0">
            <a:noAutofit/>
          </a:bodyPr>
          <a:lstStyle>
            <a:lvl1pPr lvl="0" rt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a:endParaRPr/>
          </a:p>
        </p:txBody>
      </p:sp>
      <p:sp>
        <p:nvSpPr>
          <p:cNvPr id="47" name="Google Shape;47;p11"/>
          <p:cNvSpPr txBox="1">
            <a:spLocks noGrp="1"/>
          </p:cNvSpPr>
          <p:nvPr>
            <p:ph type="body" idx="1"/>
          </p:nvPr>
        </p:nvSpPr>
        <p:spPr>
          <a:xfrm>
            <a:off x="571500" y="1714500"/>
            <a:ext cx="4000500" cy="2857500"/>
          </a:xfrm>
          <a:prstGeom prst="rect">
            <a:avLst/>
          </a:prstGeom>
        </p:spPr>
        <p:txBody>
          <a:bodyPr spcFirstLastPara="1" wrap="square" lIns="0" tIns="0" rIns="0" bIns="0" anchor="t" anchorCtr="0">
            <a:noAutofit/>
          </a:bodyPr>
          <a:lstStyle>
            <a:lvl1pPr marL="457200" lvl="0" indent="-3048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48" name="Google Shape;48;p11"/>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title and one column" type="tx">
  <p:cSld name="TITLE_AND_BODY">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51" name="Google Shape;51;p12"/>
          <p:cNvSpPr txBox="1">
            <a:spLocks noGrp="1"/>
          </p:cNvSpPr>
          <p:nvPr>
            <p:ph type="title"/>
          </p:nvPr>
        </p:nvSpPr>
        <p:spPr>
          <a:xfrm>
            <a:off x="571500" y="800100"/>
            <a:ext cx="3089700" cy="914400"/>
          </a:xfrm>
          <a:prstGeom prst="rect">
            <a:avLst/>
          </a:prstGeom>
        </p:spPr>
        <p:txBody>
          <a:bodyPr spcFirstLastPara="1" wrap="square" lIns="0" tIns="0" rIns="0" bIns="0" anchor="ctr" anchorCtr="0">
            <a:noAutofit/>
          </a:bodyPr>
          <a:lstStyle>
            <a:lvl1pPr lvl="0" rt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a:endParaRPr/>
          </a:p>
        </p:txBody>
      </p:sp>
      <p:sp>
        <p:nvSpPr>
          <p:cNvPr id="52" name="Google Shape;52;p12"/>
          <p:cNvSpPr txBox="1">
            <a:spLocks noGrp="1"/>
          </p:cNvSpPr>
          <p:nvPr>
            <p:ph type="body" idx="1"/>
          </p:nvPr>
        </p:nvSpPr>
        <p:spPr>
          <a:xfrm>
            <a:off x="571500" y="1714500"/>
            <a:ext cx="3089700" cy="2857500"/>
          </a:xfrm>
          <a:prstGeom prst="rect">
            <a:avLst/>
          </a:prstGeom>
        </p:spPr>
        <p:txBody>
          <a:bodyPr spcFirstLastPara="1" wrap="square" lIns="0" tIns="0" rIns="0" bIns="0" anchor="t" anchorCtr="0">
            <a:noAutofit/>
          </a:bodyPr>
          <a:lstStyle>
            <a:lvl1pPr marL="457200" lvl="0" indent="-3048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title and two columns">
  <p:cSld name="TITLE_AND_BODY_1">
    <p:spTree>
      <p:nvGrpSpPr>
        <p:cNvPr id="1" name="Shape 53"/>
        <p:cNvGrpSpPr/>
        <p:nvPr/>
      </p:nvGrpSpPr>
      <p:grpSpPr>
        <a:xfrm>
          <a:off x="0" y="0"/>
          <a:ext cx="0" cy="0"/>
          <a:chOff x="0" y="0"/>
          <a:chExt cx="0" cy="0"/>
        </a:xfrm>
      </p:grpSpPr>
      <p:sp>
        <p:nvSpPr>
          <p:cNvPr id="54" name="Google Shape;54;p13"/>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‹nº›</a:t>
            </a:fld>
            <a:endParaRPr/>
          </a:p>
        </p:txBody>
      </p:sp>
      <p:sp>
        <p:nvSpPr>
          <p:cNvPr id="55" name="Google Shape;55;p13"/>
          <p:cNvSpPr txBox="1">
            <a:spLocks noGrp="1"/>
          </p:cNvSpPr>
          <p:nvPr>
            <p:ph type="title"/>
          </p:nvPr>
        </p:nvSpPr>
        <p:spPr>
          <a:xfrm>
            <a:off x="571500" y="800100"/>
            <a:ext cx="8001000" cy="914400"/>
          </a:xfrm>
          <a:prstGeom prst="rect">
            <a:avLst/>
          </a:prstGeom>
        </p:spPr>
        <p:txBody>
          <a:bodyPr spcFirstLastPara="1" wrap="square" lIns="0" tIns="0" rIns="0" bIns="0" anchor="ctr" anchorCtr="0">
            <a:noAutofit/>
          </a:bodyPr>
          <a:lstStyle>
            <a:lvl1pPr lvl="0" rt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a:endParaRPr/>
          </a:p>
        </p:txBody>
      </p:sp>
      <p:sp>
        <p:nvSpPr>
          <p:cNvPr id="56" name="Google Shape;56;p13"/>
          <p:cNvSpPr txBox="1">
            <a:spLocks noGrp="1"/>
          </p:cNvSpPr>
          <p:nvPr>
            <p:ph type="body" idx="1"/>
          </p:nvPr>
        </p:nvSpPr>
        <p:spPr>
          <a:xfrm>
            <a:off x="571500" y="1714500"/>
            <a:ext cx="3089700" cy="2857500"/>
          </a:xfrm>
          <a:prstGeom prst="rect">
            <a:avLst/>
          </a:prstGeom>
        </p:spPr>
        <p:txBody>
          <a:bodyPr spcFirstLastPara="1" wrap="square" lIns="0" tIns="0" rIns="0" bIns="0" anchor="t" anchorCtr="0">
            <a:noAutofit/>
          </a:bodyPr>
          <a:lstStyle>
            <a:lvl1pPr marL="457200" lvl="0" indent="-3048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57" name="Google Shape;57;p13"/>
          <p:cNvSpPr txBox="1">
            <a:spLocks noGrp="1"/>
          </p:cNvSpPr>
          <p:nvPr>
            <p:ph type="body" idx="2"/>
          </p:nvPr>
        </p:nvSpPr>
        <p:spPr>
          <a:xfrm>
            <a:off x="4572000" y="1714500"/>
            <a:ext cx="3089700" cy="2857500"/>
          </a:xfrm>
          <a:prstGeom prst="rect">
            <a:avLst/>
          </a:prstGeom>
        </p:spPr>
        <p:txBody>
          <a:bodyPr spcFirstLastPara="1" wrap="square" lIns="0" tIns="0" rIns="0" bIns="0" anchor="t" anchorCtr="0">
            <a:noAutofit/>
          </a:bodyPr>
          <a:lstStyle>
            <a:lvl1pPr marL="457200" lvl="0" indent="-3048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itle, text and list">
  <p:cSld name="TITLE_AND_BODY_1_1">
    <p:spTree>
      <p:nvGrpSpPr>
        <p:cNvPr id="1" name="Shape 58"/>
        <p:cNvGrpSpPr/>
        <p:nvPr/>
      </p:nvGrpSpPr>
      <p:grpSpPr>
        <a:xfrm>
          <a:off x="0" y="0"/>
          <a:ext cx="0" cy="0"/>
          <a:chOff x="0" y="0"/>
          <a:chExt cx="0" cy="0"/>
        </a:xfrm>
      </p:grpSpPr>
      <p:sp>
        <p:nvSpPr>
          <p:cNvPr id="59" name="Google Shape;59;p14"/>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‹nº›</a:t>
            </a:fld>
            <a:endParaRPr/>
          </a:p>
        </p:txBody>
      </p:sp>
      <p:sp>
        <p:nvSpPr>
          <p:cNvPr id="60" name="Google Shape;60;p14"/>
          <p:cNvSpPr txBox="1">
            <a:spLocks noGrp="1"/>
          </p:cNvSpPr>
          <p:nvPr>
            <p:ph type="body" idx="1"/>
          </p:nvPr>
        </p:nvSpPr>
        <p:spPr>
          <a:xfrm>
            <a:off x="571500" y="1714496"/>
            <a:ext cx="3096300" cy="790800"/>
          </a:xfrm>
          <a:prstGeom prst="rect">
            <a:avLst/>
          </a:prstGeom>
        </p:spPr>
        <p:txBody>
          <a:bodyPr spcFirstLastPara="1" wrap="square" lIns="0" tIns="0" rIns="0" bIns="0" anchor="t" anchorCtr="0">
            <a:sp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61" name="Google Shape;61;p14"/>
          <p:cNvSpPr txBox="1">
            <a:spLocks noGrp="1"/>
          </p:cNvSpPr>
          <p:nvPr>
            <p:ph type="body" idx="2"/>
          </p:nvPr>
        </p:nvSpPr>
        <p:spPr>
          <a:xfrm>
            <a:off x="571500" y="2640248"/>
            <a:ext cx="3096300" cy="19317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100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62" name="Google Shape;62;p14"/>
          <p:cNvSpPr txBox="1">
            <a:spLocks noGrp="1"/>
          </p:cNvSpPr>
          <p:nvPr>
            <p:ph type="title"/>
          </p:nvPr>
        </p:nvSpPr>
        <p:spPr>
          <a:xfrm>
            <a:off x="571500" y="800100"/>
            <a:ext cx="3096300" cy="9144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lumns:  title, text and list">
  <p:cSld name="CUSTOM_3">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65" name="Google Shape;65;p15"/>
          <p:cNvSpPr txBox="1">
            <a:spLocks noGrp="1"/>
          </p:cNvSpPr>
          <p:nvPr>
            <p:ph type="body" idx="1"/>
          </p:nvPr>
        </p:nvSpPr>
        <p:spPr>
          <a:xfrm>
            <a:off x="571500" y="1714500"/>
            <a:ext cx="3093000" cy="790800"/>
          </a:xfrm>
          <a:prstGeom prst="rect">
            <a:avLst/>
          </a:prstGeom>
        </p:spPr>
        <p:txBody>
          <a:bodyPr spcFirstLastPara="1" wrap="square" lIns="0" tIns="0" rIns="0" bIns="0" anchor="t" anchorCtr="0">
            <a:sp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66" name="Google Shape;66;p15"/>
          <p:cNvSpPr txBox="1">
            <a:spLocks noGrp="1"/>
          </p:cNvSpPr>
          <p:nvPr>
            <p:ph type="body" idx="2"/>
          </p:nvPr>
        </p:nvSpPr>
        <p:spPr>
          <a:xfrm>
            <a:off x="571500" y="2640250"/>
            <a:ext cx="3093000" cy="19317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100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67" name="Google Shape;67;p15"/>
          <p:cNvSpPr txBox="1">
            <a:spLocks noGrp="1"/>
          </p:cNvSpPr>
          <p:nvPr>
            <p:ph type="body" idx="3"/>
          </p:nvPr>
        </p:nvSpPr>
        <p:spPr>
          <a:xfrm>
            <a:off x="4572000" y="1714500"/>
            <a:ext cx="3093000" cy="790800"/>
          </a:xfrm>
          <a:prstGeom prst="rect">
            <a:avLst/>
          </a:prstGeom>
        </p:spPr>
        <p:txBody>
          <a:bodyPr spcFirstLastPara="1" wrap="square" lIns="0" tIns="0" rIns="0" bIns="0" anchor="t" anchorCtr="0">
            <a:sp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68" name="Google Shape;68;p15"/>
          <p:cNvSpPr txBox="1">
            <a:spLocks noGrp="1"/>
          </p:cNvSpPr>
          <p:nvPr>
            <p:ph type="body" idx="4"/>
          </p:nvPr>
        </p:nvSpPr>
        <p:spPr>
          <a:xfrm>
            <a:off x="4572000" y="2640250"/>
            <a:ext cx="3093000" cy="19317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100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69" name="Google Shape;69;p15"/>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ub header, one column">
  <p:cSld name="CUSTOM_3_1">
    <p:spTree>
      <p:nvGrpSpPr>
        <p:cNvPr id="1" name="Shape 70"/>
        <p:cNvGrpSpPr/>
        <p:nvPr/>
      </p:nvGrpSpPr>
      <p:grpSpPr>
        <a:xfrm>
          <a:off x="0" y="0"/>
          <a:ext cx="0" cy="0"/>
          <a:chOff x="0" y="0"/>
          <a:chExt cx="0" cy="0"/>
        </a:xfrm>
      </p:grpSpPr>
      <p:sp>
        <p:nvSpPr>
          <p:cNvPr id="71" name="Google Shape;71;p16"/>
          <p:cNvSpPr txBox="1">
            <a:spLocks noGrp="1"/>
          </p:cNvSpPr>
          <p:nvPr>
            <p:ph type="subTitle" idx="1"/>
          </p:nvPr>
        </p:nvSpPr>
        <p:spPr>
          <a:xfrm>
            <a:off x="571500" y="1714500"/>
            <a:ext cx="3093000" cy="358800"/>
          </a:xfrm>
          <a:prstGeom prst="rect">
            <a:avLst/>
          </a:prstGeom>
        </p:spPr>
        <p:txBody>
          <a:bodyPr spcFirstLastPara="1" wrap="square" lIns="0" tIns="0" rIns="0" bIns="0" anchor="t" anchorCtr="0">
            <a:spAutoFit/>
          </a:bodyPr>
          <a:lstStyle>
            <a:lvl1pPr marL="0" marR="0" lvl="0" indent="-63500" algn="l"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72" name="Google Shape;72;p16"/>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73" name="Google Shape;73;p16"/>
          <p:cNvSpPr txBox="1">
            <a:spLocks noGrp="1"/>
          </p:cNvSpPr>
          <p:nvPr>
            <p:ph type="body" idx="2"/>
          </p:nvPr>
        </p:nvSpPr>
        <p:spPr>
          <a:xfrm>
            <a:off x="571500" y="2166225"/>
            <a:ext cx="3093000" cy="2405700"/>
          </a:xfrm>
          <a:prstGeom prst="rect">
            <a:avLst/>
          </a:prstGeom>
        </p:spPr>
        <p:txBody>
          <a:bodyPr spcFirstLastPara="1" wrap="square" lIns="0" tIns="0" rIns="0" bIns="0" anchor="t" anchorCtr="0">
            <a:no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74" name="Google Shape;74;p16"/>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ub header, two columns">
  <p:cSld name="TITLE_AND_BODY_1_1_1">
    <p:spTree>
      <p:nvGrpSpPr>
        <p:cNvPr id="1" name="Shape 75"/>
        <p:cNvGrpSpPr/>
        <p:nvPr/>
      </p:nvGrpSpPr>
      <p:grpSpPr>
        <a:xfrm>
          <a:off x="0" y="0"/>
          <a:ext cx="0" cy="0"/>
          <a:chOff x="0" y="0"/>
          <a:chExt cx="0" cy="0"/>
        </a:xfrm>
      </p:grpSpPr>
      <p:sp>
        <p:nvSpPr>
          <p:cNvPr id="76" name="Google Shape;76;p17"/>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‹nº›</a:t>
            </a:fld>
            <a:endParaRPr/>
          </a:p>
        </p:txBody>
      </p:sp>
      <p:sp>
        <p:nvSpPr>
          <p:cNvPr id="77" name="Google Shape;77;p17"/>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78" name="Google Shape;78;p17"/>
          <p:cNvSpPr txBox="1">
            <a:spLocks noGrp="1"/>
          </p:cNvSpPr>
          <p:nvPr>
            <p:ph type="body" idx="1"/>
          </p:nvPr>
        </p:nvSpPr>
        <p:spPr>
          <a:xfrm>
            <a:off x="571500" y="2166225"/>
            <a:ext cx="3093000" cy="2405700"/>
          </a:xfrm>
          <a:prstGeom prst="rect">
            <a:avLst/>
          </a:prstGeom>
        </p:spPr>
        <p:txBody>
          <a:bodyPr spcFirstLastPara="1" wrap="square" lIns="0" tIns="0" rIns="0" bIns="0" anchor="t" anchorCtr="0">
            <a:no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79" name="Google Shape;79;p17"/>
          <p:cNvSpPr txBox="1">
            <a:spLocks noGrp="1"/>
          </p:cNvSpPr>
          <p:nvPr>
            <p:ph type="body" idx="2"/>
          </p:nvPr>
        </p:nvSpPr>
        <p:spPr>
          <a:xfrm>
            <a:off x="4572000" y="2166225"/>
            <a:ext cx="3093000" cy="2405700"/>
          </a:xfrm>
          <a:prstGeom prst="rect">
            <a:avLst/>
          </a:prstGeom>
        </p:spPr>
        <p:txBody>
          <a:bodyPr spcFirstLastPara="1" wrap="square" lIns="0" tIns="0" rIns="0" bIns="0" anchor="t" anchorCtr="0">
            <a:no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80" name="Google Shape;80;p17"/>
          <p:cNvSpPr txBox="1">
            <a:spLocks noGrp="1"/>
          </p:cNvSpPr>
          <p:nvPr>
            <p:ph type="subTitle" idx="3"/>
          </p:nvPr>
        </p:nvSpPr>
        <p:spPr>
          <a:xfrm>
            <a:off x="571500" y="1714500"/>
            <a:ext cx="3093000" cy="358800"/>
          </a:xfrm>
          <a:prstGeom prst="rect">
            <a:avLst/>
          </a:prstGeom>
        </p:spPr>
        <p:txBody>
          <a:bodyPr spcFirstLastPara="1" wrap="square" lIns="0" tIns="0" rIns="0" bIns="0" anchor="t" anchorCtr="0">
            <a:spAutoFit/>
          </a:bodyPr>
          <a:lstStyle>
            <a:lvl1pPr marL="0" marR="0" lvl="0" indent="-63500" algn="l"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81" name="Google Shape;81;p17"/>
          <p:cNvSpPr txBox="1">
            <a:spLocks noGrp="1"/>
          </p:cNvSpPr>
          <p:nvPr>
            <p:ph type="subTitle" idx="4"/>
          </p:nvPr>
        </p:nvSpPr>
        <p:spPr>
          <a:xfrm>
            <a:off x="4572000" y="1714500"/>
            <a:ext cx="3093000" cy="358800"/>
          </a:xfrm>
          <a:prstGeom prst="rect">
            <a:avLst/>
          </a:prstGeom>
        </p:spPr>
        <p:txBody>
          <a:bodyPr spcFirstLastPara="1" wrap="square" lIns="0" tIns="0" rIns="0" bIns="0" anchor="t" anchorCtr="0">
            <a:spAutoFit/>
          </a:bodyPr>
          <a:lstStyle>
            <a:lvl1pPr marL="0" marR="0" lvl="0" indent="-63500" algn="l"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title and three columns" type="twoColTx">
  <p:cSld name="TITLE_AND_TWO_COLUMNS">
    <p:spTree>
      <p:nvGrpSpPr>
        <p:cNvPr id="1" name="Shape 82"/>
        <p:cNvGrpSpPr/>
        <p:nvPr/>
      </p:nvGrpSpPr>
      <p:grpSpPr>
        <a:xfrm>
          <a:off x="0" y="0"/>
          <a:ext cx="0" cy="0"/>
          <a:chOff x="0" y="0"/>
          <a:chExt cx="0" cy="0"/>
        </a:xfrm>
      </p:grpSpPr>
      <p:sp>
        <p:nvSpPr>
          <p:cNvPr id="83" name="Google Shape;83;p18"/>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‹nº›</a:t>
            </a:fld>
            <a:endParaRPr/>
          </a:p>
        </p:txBody>
      </p:sp>
      <p:sp>
        <p:nvSpPr>
          <p:cNvPr id="84" name="Google Shape;84;p18"/>
          <p:cNvSpPr txBox="1">
            <a:spLocks noGrp="1"/>
          </p:cNvSpPr>
          <p:nvPr>
            <p:ph type="body" idx="1"/>
          </p:nvPr>
        </p:nvSpPr>
        <p:spPr>
          <a:xfrm>
            <a:off x="568350" y="1714500"/>
            <a:ext cx="1951500" cy="2857500"/>
          </a:xfrm>
          <a:prstGeom prst="rect">
            <a:avLst/>
          </a:prstGeom>
        </p:spPr>
        <p:txBody>
          <a:bodyPr spcFirstLastPara="1" wrap="square" lIns="0" tIns="0" rIns="0" bIns="0" anchor="t" anchorCtr="0">
            <a:no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85" name="Google Shape;85;p18"/>
          <p:cNvSpPr txBox="1">
            <a:spLocks noGrp="1"/>
          </p:cNvSpPr>
          <p:nvPr>
            <p:ph type="body" idx="2"/>
          </p:nvPr>
        </p:nvSpPr>
        <p:spPr>
          <a:xfrm>
            <a:off x="3594675" y="1714500"/>
            <a:ext cx="1951500" cy="2857500"/>
          </a:xfrm>
          <a:prstGeom prst="rect">
            <a:avLst/>
          </a:prstGeom>
        </p:spPr>
        <p:txBody>
          <a:bodyPr spcFirstLastPara="1" wrap="square" lIns="0" tIns="0" rIns="0" bIns="0" anchor="t" anchorCtr="0">
            <a:noAutofit/>
          </a:bodyPr>
          <a:lstStyle>
            <a:lvl1pPr marL="457200" lvl="0" indent="-304800" rtl="0">
              <a:spcBef>
                <a:spcPts val="0"/>
              </a:spcBef>
              <a:spcAft>
                <a:spcPts val="0"/>
              </a:spcAft>
              <a:buSzPts val="1200"/>
              <a:buChar char="●"/>
              <a:defRPr sz="1200"/>
            </a:lvl1pPr>
            <a:lvl2pPr marL="914400" lvl="1" indent="-304800" rtl="0">
              <a:spcBef>
                <a:spcPts val="100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86" name="Google Shape;86;p18"/>
          <p:cNvSpPr txBox="1">
            <a:spLocks noGrp="1"/>
          </p:cNvSpPr>
          <p:nvPr>
            <p:ph type="body" idx="3"/>
          </p:nvPr>
        </p:nvSpPr>
        <p:spPr>
          <a:xfrm>
            <a:off x="6619425" y="1714500"/>
            <a:ext cx="1951500" cy="2857500"/>
          </a:xfrm>
          <a:prstGeom prst="rect">
            <a:avLst/>
          </a:prstGeom>
        </p:spPr>
        <p:txBody>
          <a:bodyPr spcFirstLastPara="1" wrap="square" lIns="0" tIns="0" rIns="0" bIns="0" anchor="t" anchorCtr="0">
            <a:noAutofit/>
          </a:bodyPr>
          <a:lstStyle>
            <a:lvl1pPr marL="457200" lvl="0" indent="-304800" rtl="0">
              <a:spcBef>
                <a:spcPts val="0"/>
              </a:spcBef>
              <a:spcAft>
                <a:spcPts val="0"/>
              </a:spcAft>
              <a:buSzPts val="1200"/>
              <a:buChar char="●"/>
              <a:defRPr sz="1200"/>
            </a:lvl1pPr>
            <a:lvl2pPr marL="914400" lvl="1" indent="-304800" rtl="0">
              <a:spcBef>
                <a:spcPts val="100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87" name="Google Shape;87;p18"/>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ree concepts - horizontal">
  <p:cSld name="TITLE_AND_TWO_COLUMNS_1">
    <p:spTree>
      <p:nvGrpSpPr>
        <p:cNvPr id="1" name="Shape 88"/>
        <p:cNvGrpSpPr/>
        <p:nvPr/>
      </p:nvGrpSpPr>
      <p:grpSpPr>
        <a:xfrm>
          <a:off x="0" y="0"/>
          <a:ext cx="0" cy="0"/>
          <a:chOff x="0" y="0"/>
          <a:chExt cx="0" cy="0"/>
        </a:xfrm>
      </p:grpSpPr>
      <p:sp>
        <p:nvSpPr>
          <p:cNvPr id="89" name="Google Shape;89;p19"/>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‹nº›</a:t>
            </a:fld>
            <a:endParaRPr/>
          </a:p>
        </p:txBody>
      </p:sp>
      <p:sp>
        <p:nvSpPr>
          <p:cNvPr id="90" name="Google Shape;90;p19"/>
          <p:cNvSpPr txBox="1">
            <a:spLocks noGrp="1"/>
          </p:cNvSpPr>
          <p:nvPr>
            <p:ph type="body" idx="1"/>
          </p:nvPr>
        </p:nvSpPr>
        <p:spPr>
          <a:xfrm>
            <a:off x="571500" y="2192100"/>
            <a:ext cx="1968300" cy="23799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91" name="Google Shape;91;p19"/>
          <p:cNvSpPr txBox="1">
            <a:spLocks noGrp="1"/>
          </p:cNvSpPr>
          <p:nvPr>
            <p:ph type="body" idx="2"/>
          </p:nvPr>
        </p:nvSpPr>
        <p:spPr>
          <a:xfrm>
            <a:off x="3586271" y="2192100"/>
            <a:ext cx="1980000" cy="23799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92" name="Google Shape;92;p19"/>
          <p:cNvSpPr txBox="1">
            <a:spLocks noGrp="1"/>
          </p:cNvSpPr>
          <p:nvPr>
            <p:ph type="body" idx="3"/>
          </p:nvPr>
        </p:nvSpPr>
        <p:spPr>
          <a:xfrm>
            <a:off x="6604202" y="2192100"/>
            <a:ext cx="1968300" cy="23799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93" name="Google Shape;93;p19"/>
          <p:cNvSpPr txBox="1">
            <a:spLocks noGrp="1"/>
          </p:cNvSpPr>
          <p:nvPr>
            <p:ph type="subTitle" idx="4"/>
          </p:nvPr>
        </p:nvSpPr>
        <p:spPr>
          <a:xfrm>
            <a:off x="579900" y="1714500"/>
            <a:ext cx="1968300" cy="358800"/>
          </a:xfrm>
          <a:prstGeom prst="rect">
            <a:avLst/>
          </a:prstGeom>
        </p:spPr>
        <p:txBody>
          <a:bodyPr spcFirstLastPara="1" wrap="square" lIns="0" tIns="0" rIns="0" bIns="0" anchor="t" anchorCtr="0">
            <a:spAutoFit/>
          </a:bodyPr>
          <a:lstStyle>
            <a:lvl1pPr lvl="0"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a:endParaRPr/>
          </a:p>
        </p:txBody>
      </p:sp>
      <p:sp>
        <p:nvSpPr>
          <p:cNvPr id="94" name="Google Shape;94;p19"/>
          <p:cNvSpPr txBox="1">
            <a:spLocks noGrp="1"/>
          </p:cNvSpPr>
          <p:nvPr>
            <p:ph type="subTitle" idx="5"/>
          </p:nvPr>
        </p:nvSpPr>
        <p:spPr>
          <a:xfrm>
            <a:off x="6598950" y="1714500"/>
            <a:ext cx="1968300" cy="358800"/>
          </a:xfrm>
          <a:prstGeom prst="rect">
            <a:avLst/>
          </a:prstGeom>
        </p:spPr>
        <p:txBody>
          <a:bodyPr spcFirstLastPara="1" wrap="square" lIns="0" tIns="0" rIns="0" bIns="0" anchor="t" anchorCtr="0">
            <a:spAutoFit/>
          </a:bodyPr>
          <a:lstStyle>
            <a:lvl1pPr lvl="0"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a:endParaRPr/>
          </a:p>
        </p:txBody>
      </p:sp>
      <p:sp>
        <p:nvSpPr>
          <p:cNvPr id="95" name="Google Shape;95;p19"/>
          <p:cNvSpPr txBox="1">
            <a:spLocks noGrp="1"/>
          </p:cNvSpPr>
          <p:nvPr>
            <p:ph type="subTitle" idx="6"/>
          </p:nvPr>
        </p:nvSpPr>
        <p:spPr>
          <a:xfrm>
            <a:off x="3597825" y="1714500"/>
            <a:ext cx="1968300" cy="358800"/>
          </a:xfrm>
          <a:prstGeom prst="rect">
            <a:avLst/>
          </a:prstGeom>
        </p:spPr>
        <p:txBody>
          <a:bodyPr spcFirstLastPara="1" wrap="square" lIns="0" tIns="0" rIns="0" bIns="0" anchor="t" anchorCtr="0">
            <a:spAutoFit/>
          </a:bodyPr>
          <a:lstStyle>
            <a:lvl1pPr lvl="0"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a:endParaRPr/>
          </a:p>
        </p:txBody>
      </p:sp>
      <p:sp>
        <p:nvSpPr>
          <p:cNvPr id="96" name="Google Shape;96;p19"/>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our concepts - horizontal">
  <p:cSld name="TITLE_AND_TWO_COLUMNS_1_1">
    <p:spTree>
      <p:nvGrpSpPr>
        <p:cNvPr id="1" name="Shape 97"/>
        <p:cNvGrpSpPr/>
        <p:nvPr/>
      </p:nvGrpSpPr>
      <p:grpSpPr>
        <a:xfrm>
          <a:off x="0" y="0"/>
          <a:ext cx="0" cy="0"/>
          <a:chOff x="0" y="0"/>
          <a:chExt cx="0" cy="0"/>
        </a:xfrm>
      </p:grpSpPr>
      <p:sp>
        <p:nvSpPr>
          <p:cNvPr id="98" name="Google Shape;98;p20"/>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‹nº›</a:t>
            </a:fld>
            <a:endParaRPr/>
          </a:p>
        </p:txBody>
      </p:sp>
      <p:sp>
        <p:nvSpPr>
          <p:cNvPr id="99" name="Google Shape;99;p20"/>
          <p:cNvSpPr txBox="1">
            <a:spLocks noGrp="1"/>
          </p:cNvSpPr>
          <p:nvPr>
            <p:ph type="body" idx="1"/>
          </p:nvPr>
        </p:nvSpPr>
        <p:spPr>
          <a:xfrm>
            <a:off x="571500" y="2178175"/>
            <a:ext cx="1712400" cy="2393700"/>
          </a:xfrm>
          <a:prstGeom prst="rect">
            <a:avLst/>
          </a:prstGeom>
        </p:spPr>
        <p:txBody>
          <a:bodyPr spcFirstLastPara="1" wrap="square" lIns="0" tIns="91425" rIns="182875" bIns="91425"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100" name="Google Shape;100;p20"/>
          <p:cNvSpPr txBox="1">
            <a:spLocks noGrp="1"/>
          </p:cNvSpPr>
          <p:nvPr>
            <p:ph type="subTitle" idx="2"/>
          </p:nvPr>
        </p:nvSpPr>
        <p:spPr>
          <a:xfrm>
            <a:off x="571500" y="1714500"/>
            <a:ext cx="1712400" cy="393600"/>
          </a:xfrm>
          <a:prstGeom prst="rect">
            <a:avLst/>
          </a:prstGeom>
        </p:spPr>
        <p:txBody>
          <a:bodyPr spcFirstLastPara="1" wrap="square" lIns="0" tIns="0" rIns="0" bIns="0" anchor="t" anchorCtr="0">
            <a:spAutoFit/>
          </a:bodyPr>
          <a:lstStyle>
            <a:lvl1pPr marL="0" marR="0" lvl="0" indent="-63500" algn="l"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101" name="Google Shape;101;p20"/>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102" name="Google Shape;102;p20"/>
          <p:cNvSpPr txBox="1">
            <a:spLocks noGrp="1"/>
          </p:cNvSpPr>
          <p:nvPr>
            <p:ph type="body" idx="3"/>
          </p:nvPr>
        </p:nvSpPr>
        <p:spPr>
          <a:xfrm>
            <a:off x="2667700" y="2178175"/>
            <a:ext cx="1712400" cy="2393700"/>
          </a:xfrm>
          <a:prstGeom prst="rect">
            <a:avLst/>
          </a:prstGeom>
        </p:spPr>
        <p:txBody>
          <a:bodyPr spcFirstLastPara="1" wrap="square" lIns="0" tIns="91425" rIns="182875" bIns="91425"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103" name="Google Shape;103;p20"/>
          <p:cNvSpPr txBox="1">
            <a:spLocks noGrp="1"/>
          </p:cNvSpPr>
          <p:nvPr>
            <p:ph type="subTitle" idx="4"/>
          </p:nvPr>
        </p:nvSpPr>
        <p:spPr>
          <a:xfrm>
            <a:off x="2667700" y="1714500"/>
            <a:ext cx="1712400" cy="393600"/>
          </a:xfrm>
          <a:prstGeom prst="rect">
            <a:avLst/>
          </a:prstGeom>
        </p:spPr>
        <p:txBody>
          <a:bodyPr spcFirstLastPara="1" wrap="square" lIns="0" tIns="0" rIns="0" bIns="0" anchor="t" anchorCtr="0">
            <a:spAutoFit/>
          </a:bodyPr>
          <a:lstStyle>
            <a:lvl1pPr marL="0" marR="0" lvl="0" indent="-63500" algn="l"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104" name="Google Shape;104;p20"/>
          <p:cNvSpPr txBox="1">
            <a:spLocks noGrp="1"/>
          </p:cNvSpPr>
          <p:nvPr>
            <p:ph type="body" idx="5"/>
          </p:nvPr>
        </p:nvSpPr>
        <p:spPr>
          <a:xfrm>
            <a:off x="4763900" y="2178175"/>
            <a:ext cx="1712400" cy="2393700"/>
          </a:xfrm>
          <a:prstGeom prst="rect">
            <a:avLst/>
          </a:prstGeom>
        </p:spPr>
        <p:txBody>
          <a:bodyPr spcFirstLastPara="1" wrap="square" lIns="0" tIns="91425" rIns="182875" bIns="91425"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105" name="Google Shape;105;p20"/>
          <p:cNvSpPr txBox="1">
            <a:spLocks noGrp="1"/>
          </p:cNvSpPr>
          <p:nvPr>
            <p:ph type="subTitle" idx="6"/>
          </p:nvPr>
        </p:nvSpPr>
        <p:spPr>
          <a:xfrm>
            <a:off x="4763900" y="1714500"/>
            <a:ext cx="1712400" cy="393600"/>
          </a:xfrm>
          <a:prstGeom prst="rect">
            <a:avLst/>
          </a:prstGeom>
        </p:spPr>
        <p:txBody>
          <a:bodyPr spcFirstLastPara="1" wrap="square" lIns="0" tIns="0" rIns="0" bIns="0" anchor="t" anchorCtr="0">
            <a:spAutoFit/>
          </a:bodyPr>
          <a:lstStyle>
            <a:lvl1pPr marL="0" marR="0" lvl="0" indent="-63500" algn="l"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106" name="Google Shape;106;p20"/>
          <p:cNvSpPr txBox="1">
            <a:spLocks noGrp="1"/>
          </p:cNvSpPr>
          <p:nvPr>
            <p:ph type="body" idx="7"/>
          </p:nvPr>
        </p:nvSpPr>
        <p:spPr>
          <a:xfrm>
            <a:off x="6860100" y="2178175"/>
            <a:ext cx="1712400" cy="2393700"/>
          </a:xfrm>
          <a:prstGeom prst="rect">
            <a:avLst/>
          </a:prstGeom>
        </p:spPr>
        <p:txBody>
          <a:bodyPr spcFirstLastPara="1" wrap="square" lIns="0" tIns="91425" rIns="182875" bIns="91425"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107" name="Google Shape;107;p20"/>
          <p:cNvSpPr txBox="1">
            <a:spLocks noGrp="1"/>
          </p:cNvSpPr>
          <p:nvPr>
            <p:ph type="subTitle" idx="8"/>
          </p:nvPr>
        </p:nvSpPr>
        <p:spPr>
          <a:xfrm>
            <a:off x="6860100" y="1714500"/>
            <a:ext cx="1712400" cy="393600"/>
          </a:xfrm>
          <a:prstGeom prst="rect">
            <a:avLst/>
          </a:prstGeom>
        </p:spPr>
        <p:txBody>
          <a:bodyPr spcFirstLastPara="1" wrap="square" lIns="0" tIns="0" rIns="0" bIns="0" anchor="t" anchorCtr="0">
            <a:spAutoFit/>
          </a:bodyPr>
          <a:lstStyle>
            <a:lvl1pPr marL="0" marR="0" lvl="0" indent="-63500" algn="l"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our concepts - vertical">
  <p:cSld name="TITLE_AND_TWO_COLUMNS_1_1_1">
    <p:spTree>
      <p:nvGrpSpPr>
        <p:cNvPr id="1" name="Shape 108"/>
        <p:cNvGrpSpPr/>
        <p:nvPr/>
      </p:nvGrpSpPr>
      <p:grpSpPr>
        <a:xfrm>
          <a:off x="0" y="0"/>
          <a:ext cx="0" cy="0"/>
          <a:chOff x="0" y="0"/>
          <a:chExt cx="0" cy="0"/>
        </a:xfrm>
      </p:grpSpPr>
      <p:sp>
        <p:nvSpPr>
          <p:cNvPr id="109" name="Google Shape;109;p21"/>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‹nº›</a:t>
            </a:fld>
            <a:endParaRPr/>
          </a:p>
        </p:txBody>
      </p:sp>
      <p:sp>
        <p:nvSpPr>
          <p:cNvPr id="110" name="Google Shape;110;p21"/>
          <p:cNvSpPr txBox="1">
            <a:spLocks noGrp="1"/>
          </p:cNvSpPr>
          <p:nvPr>
            <p:ph type="body" idx="1"/>
          </p:nvPr>
        </p:nvSpPr>
        <p:spPr>
          <a:xfrm>
            <a:off x="2741350" y="1718400"/>
            <a:ext cx="3655800" cy="5445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111" name="Google Shape;111;p21"/>
          <p:cNvSpPr txBox="1">
            <a:spLocks noGrp="1"/>
          </p:cNvSpPr>
          <p:nvPr>
            <p:ph type="subTitle" idx="2"/>
          </p:nvPr>
        </p:nvSpPr>
        <p:spPr>
          <a:xfrm>
            <a:off x="914400" y="1714500"/>
            <a:ext cx="1373400" cy="5445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a:endParaRPr/>
          </a:p>
        </p:txBody>
      </p:sp>
      <p:sp>
        <p:nvSpPr>
          <p:cNvPr id="112" name="Google Shape;112;p21"/>
          <p:cNvSpPr txBox="1">
            <a:spLocks noGrp="1"/>
          </p:cNvSpPr>
          <p:nvPr>
            <p:ph type="subTitle" idx="3"/>
          </p:nvPr>
        </p:nvSpPr>
        <p:spPr>
          <a:xfrm>
            <a:off x="914400" y="4027625"/>
            <a:ext cx="1373400" cy="5445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a:endParaRPr/>
          </a:p>
        </p:txBody>
      </p:sp>
      <p:sp>
        <p:nvSpPr>
          <p:cNvPr id="113" name="Google Shape;113;p21"/>
          <p:cNvSpPr txBox="1">
            <a:spLocks noGrp="1"/>
          </p:cNvSpPr>
          <p:nvPr>
            <p:ph type="subTitle" idx="4"/>
          </p:nvPr>
        </p:nvSpPr>
        <p:spPr>
          <a:xfrm>
            <a:off x="914400" y="2485542"/>
            <a:ext cx="1373400" cy="5445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a:endParaRPr/>
          </a:p>
        </p:txBody>
      </p:sp>
      <p:sp>
        <p:nvSpPr>
          <p:cNvPr id="114" name="Google Shape;114;p21"/>
          <p:cNvSpPr txBox="1">
            <a:spLocks noGrp="1"/>
          </p:cNvSpPr>
          <p:nvPr>
            <p:ph type="subTitle" idx="5"/>
          </p:nvPr>
        </p:nvSpPr>
        <p:spPr>
          <a:xfrm>
            <a:off x="914400" y="3256584"/>
            <a:ext cx="1373400" cy="5445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a:endParaRPr/>
          </a:p>
        </p:txBody>
      </p:sp>
      <p:sp>
        <p:nvSpPr>
          <p:cNvPr id="115" name="Google Shape;115;p21"/>
          <p:cNvSpPr txBox="1">
            <a:spLocks noGrp="1"/>
          </p:cNvSpPr>
          <p:nvPr>
            <p:ph type="title"/>
          </p:nvPr>
        </p:nvSpPr>
        <p:spPr>
          <a:xfrm>
            <a:off x="571500" y="800100"/>
            <a:ext cx="5825700" cy="9144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116" name="Google Shape;116;p21"/>
          <p:cNvSpPr txBox="1">
            <a:spLocks noGrp="1"/>
          </p:cNvSpPr>
          <p:nvPr>
            <p:ph type="body" idx="6"/>
          </p:nvPr>
        </p:nvSpPr>
        <p:spPr>
          <a:xfrm>
            <a:off x="2741350" y="2485550"/>
            <a:ext cx="3655800" cy="5445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117" name="Google Shape;117;p21"/>
          <p:cNvSpPr txBox="1">
            <a:spLocks noGrp="1"/>
          </p:cNvSpPr>
          <p:nvPr>
            <p:ph type="body" idx="7"/>
          </p:nvPr>
        </p:nvSpPr>
        <p:spPr>
          <a:xfrm>
            <a:off x="2741350" y="3252700"/>
            <a:ext cx="3655800" cy="5445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118" name="Google Shape;118;p21"/>
          <p:cNvSpPr txBox="1">
            <a:spLocks noGrp="1"/>
          </p:cNvSpPr>
          <p:nvPr>
            <p:ph type="body" idx="8"/>
          </p:nvPr>
        </p:nvSpPr>
        <p:spPr>
          <a:xfrm>
            <a:off x="2741350" y="4019850"/>
            <a:ext cx="3655800" cy="5445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Tree>
  </p:cSld>
  <p:clrMapOvr>
    <a:masterClrMapping/>
  </p:clrMapOvr>
  <p:extLst>
    <p:ext uri="{DCECCB84-F9BA-43D5-87BE-67443E8EF086}">
      <p15:sldGuideLst xmlns:p15="http://schemas.microsoft.com/office/powerpoint/2012/main">
        <p15:guide id="1" pos="576">
          <p15:clr>
            <a:srgbClr val="E46962"/>
          </p15:clr>
        </p15:guide>
        <p15:guide id="2" pos="1747">
          <p15:clr>
            <a:srgbClr val="E46962"/>
          </p15:clr>
        </p15:guide>
        <p15:guide id="3" pos="403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9"/>
        <p:cNvGrpSpPr/>
        <p:nvPr/>
      </p:nvGrpSpPr>
      <p:grpSpPr>
        <a:xfrm>
          <a:off x="0" y="0"/>
          <a:ext cx="0" cy="0"/>
          <a:chOff x="0" y="0"/>
          <a:chExt cx="0" cy="0"/>
        </a:xfrm>
      </p:grpSpPr>
      <p:sp>
        <p:nvSpPr>
          <p:cNvPr id="120" name="Google Shape;120;p22"/>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121" name="Google Shape;121;p22"/>
          <p:cNvSpPr txBox="1">
            <a:spLocks noGrp="1"/>
          </p:cNvSpPr>
          <p:nvPr>
            <p:ph type="title"/>
          </p:nvPr>
        </p:nvSpPr>
        <p:spPr>
          <a:xfrm>
            <a:off x="571500" y="800100"/>
            <a:ext cx="8001000" cy="9144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 Full width visual">
  <p:cSld name="TITLE_ONLY_1">
    <p:spTree>
      <p:nvGrpSpPr>
        <p:cNvPr id="1" name="Shape 122"/>
        <p:cNvGrpSpPr/>
        <p:nvPr/>
      </p:nvGrpSpPr>
      <p:grpSpPr>
        <a:xfrm>
          <a:off x="0" y="0"/>
          <a:ext cx="0" cy="0"/>
          <a:chOff x="0" y="0"/>
          <a:chExt cx="0" cy="0"/>
        </a:xfrm>
      </p:grpSpPr>
      <p:sp>
        <p:nvSpPr>
          <p:cNvPr id="123" name="Google Shape;123;p23"/>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‹nº›</a:t>
            </a:fld>
            <a:endParaRPr/>
          </a:p>
        </p:txBody>
      </p:sp>
      <p:sp>
        <p:nvSpPr>
          <p:cNvPr id="124" name="Google Shape;124;p23"/>
          <p:cNvSpPr txBox="1">
            <a:spLocks noGrp="1"/>
          </p:cNvSpPr>
          <p:nvPr>
            <p:ph type="title"/>
          </p:nvPr>
        </p:nvSpPr>
        <p:spPr>
          <a:xfrm>
            <a:off x="571500" y="800100"/>
            <a:ext cx="8001000" cy="9144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125" name="Google Shape;125;p23"/>
          <p:cNvSpPr>
            <a:spLocks noGrp="1"/>
          </p:cNvSpPr>
          <p:nvPr>
            <p:ph type="pic" idx="2"/>
          </p:nvPr>
        </p:nvSpPr>
        <p:spPr>
          <a:xfrm>
            <a:off x="944450" y="1711050"/>
            <a:ext cx="7283700" cy="2861100"/>
          </a:xfrm>
          <a:prstGeom prst="rect">
            <a:avLst/>
          </a:prstGeom>
          <a:noFill/>
          <a:ln>
            <a:noFill/>
          </a:ln>
        </p:spPr>
      </p:sp>
    </p:spTree>
  </p:cSld>
  <p:clrMapOvr>
    <a:masterClrMapping/>
  </p:clrMapOvr>
  <p:extLst>
    <p:ext uri="{DCECCB84-F9BA-43D5-87BE-67443E8EF086}">
      <p15:sldGuideLst xmlns:p15="http://schemas.microsoft.com/office/powerpoint/2012/main">
        <p15:guide id="1" pos="595">
          <p15:clr>
            <a:srgbClr val="E46962"/>
          </p15:clr>
        </p15:guide>
        <p15:guide id="2" pos="5183">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Exercise">
  <p:cSld name="CUSTOM_7">
    <p:spTree>
      <p:nvGrpSpPr>
        <p:cNvPr id="1" name="Shape 126"/>
        <p:cNvGrpSpPr/>
        <p:nvPr/>
      </p:nvGrpSpPr>
      <p:grpSpPr>
        <a:xfrm>
          <a:off x="0" y="0"/>
          <a:ext cx="0" cy="0"/>
          <a:chOff x="0" y="0"/>
          <a:chExt cx="0" cy="0"/>
        </a:xfrm>
      </p:grpSpPr>
      <p:sp>
        <p:nvSpPr>
          <p:cNvPr id="127" name="Google Shape;127;p24"/>
          <p:cNvSpPr txBox="1">
            <a:spLocks noGrp="1"/>
          </p:cNvSpPr>
          <p:nvPr>
            <p:ph type="subTitle" idx="1"/>
          </p:nvPr>
        </p:nvSpPr>
        <p:spPr>
          <a:xfrm>
            <a:off x="571500" y="4262700"/>
            <a:ext cx="3259200" cy="309300"/>
          </a:xfrm>
          <a:prstGeom prst="rect">
            <a:avLst/>
          </a:prstGeom>
          <a:solidFill>
            <a:schemeClr val="accent6"/>
          </a:solidFill>
        </p:spPr>
        <p:txBody>
          <a:bodyPr spcFirstLastPara="1" wrap="square" lIns="91425" tIns="91425" rIns="91425" bIns="91425" anchor="ctr" anchorCtr="0">
            <a:noAutofit/>
          </a:bodyPr>
          <a:lstStyle>
            <a:lvl1pPr lvl="0">
              <a:spcBef>
                <a:spcPts val="0"/>
              </a:spcBef>
              <a:spcAft>
                <a:spcPts val="0"/>
              </a:spcAft>
              <a:buSzPts val="1200"/>
              <a:buNone/>
              <a:defRPr sz="1000"/>
            </a:lvl1pPr>
            <a:lvl2pPr lvl="1">
              <a:spcBef>
                <a:spcPts val="1000"/>
              </a:spcBef>
              <a:spcAft>
                <a:spcPts val="0"/>
              </a:spcAft>
              <a:buSzPts val="1200"/>
              <a:buNone/>
              <a:defRPr/>
            </a:lvl2pPr>
            <a:lvl3pPr lvl="2">
              <a:spcBef>
                <a:spcPts val="1000"/>
              </a:spcBef>
              <a:spcAft>
                <a:spcPts val="0"/>
              </a:spcAft>
              <a:buSzPts val="1000"/>
              <a:buNone/>
              <a:defRPr/>
            </a:lvl3pPr>
            <a:lvl4pPr lvl="3">
              <a:spcBef>
                <a:spcPts val="1000"/>
              </a:spcBef>
              <a:spcAft>
                <a:spcPts val="0"/>
              </a:spcAft>
              <a:buSzPts val="1000"/>
              <a:buNone/>
              <a:defRPr/>
            </a:lvl4pPr>
            <a:lvl5pPr lvl="4">
              <a:spcBef>
                <a:spcPts val="1000"/>
              </a:spcBef>
              <a:spcAft>
                <a:spcPts val="0"/>
              </a:spcAft>
              <a:buSzPts val="1000"/>
              <a:buNone/>
              <a:defRPr/>
            </a:lvl5pPr>
            <a:lvl6pPr lvl="5">
              <a:spcBef>
                <a:spcPts val="1000"/>
              </a:spcBef>
              <a:spcAft>
                <a:spcPts val="0"/>
              </a:spcAft>
              <a:buSzPts val="1000"/>
              <a:buNone/>
              <a:defRPr/>
            </a:lvl6pPr>
            <a:lvl7pPr lvl="6">
              <a:spcBef>
                <a:spcPts val="1000"/>
              </a:spcBef>
              <a:spcAft>
                <a:spcPts val="0"/>
              </a:spcAft>
              <a:buSzPts val="1000"/>
              <a:buNone/>
              <a:defRPr/>
            </a:lvl7pPr>
            <a:lvl8pPr lvl="7">
              <a:spcBef>
                <a:spcPts val="1000"/>
              </a:spcBef>
              <a:spcAft>
                <a:spcPts val="0"/>
              </a:spcAft>
              <a:buSzPts val="1000"/>
              <a:buNone/>
              <a:defRPr/>
            </a:lvl8pPr>
            <a:lvl9pPr lvl="8">
              <a:spcBef>
                <a:spcPts val="1000"/>
              </a:spcBef>
              <a:spcAft>
                <a:spcPts val="1000"/>
              </a:spcAft>
              <a:buSzPts val="1000"/>
              <a:buNone/>
              <a:defRPr/>
            </a:lvl9pPr>
          </a:lstStyle>
          <a:p>
            <a:endParaRPr/>
          </a:p>
        </p:txBody>
      </p:sp>
      <p:sp>
        <p:nvSpPr>
          <p:cNvPr id="128" name="Google Shape;128;p24"/>
          <p:cNvSpPr txBox="1">
            <a:spLocks noGrp="1"/>
          </p:cNvSpPr>
          <p:nvPr>
            <p:ph type="title"/>
          </p:nvPr>
        </p:nvSpPr>
        <p:spPr>
          <a:xfrm>
            <a:off x="571500" y="800100"/>
            <a:ext cx="4000500" cy="9144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129" name="Google Shape;129;p24"/>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5184">
          <p15:clr>
            <a:srgbClr val="E46962"/>
          </p15:clr>
        </p15:guide>
        <p15:guide id="2" pos="576">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full width">
  <p:cSld name="MAIN_POINT">
    <p:bg>
      <p:bgPr>
        <a:solidFill>
          <a:schemeClr val="dk1"/>
        </a:solidFill>
        <a:effectLst/>
      </p:bgPr>
    </p:bg>
    <p:spTree>
      <p:nvGrpSpPr>
        <p:cNvPr id="1" name="Shape 130"/>
        <p:cNvGrpSpPr/>
        <p:nvPr/>
      </p:nvGrpSpPr>
      <p:grpSpPr>
        <a:xfrm>
          <a:off x="0" y="0"/>
          <a:ext cx="0" cy="0"/>
          <a:chOff x="0" y="0"/>
          <a:chExt cx="0" cy="0"/>
        </a:xfrm>
      </p:grpSpPr>
      <p:sp>
        <p:nvSpPr>
          <p:cNvPr id="131" name="Google Shape;131;p25"/>
          <p:cNvSpPr txBox="1">
            <a:spLocks noGrp="1"/>
          </p:cNvSpPr>
          <p:nvPr>
            <p:ph type="title"/>
          </p:nvPr>
        </p:nvSpPr>
        <p:spPr>
          <a:xfrm>
            <a:off x="905175" y="800100"/>
            <a:ext cx="7333800" cy="37719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Clr>
                <a:schemeClr val="lt1"/>
              </a:buClr>
              <a:buSzPts val="3200"/>
              <a:buNone/>
              <a:defRPr sz="3200">
                <a:solidFill>
                  <a:schemeClr val="lt1"/>
                </a:solidFill>
              </a:defRPr>
            </a:lvl1pPr>
            <a:lvl2pPr lvl="1"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2pPr>
            <a:lvl3pPr lvl="2"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3pPr>
            <a:lvl4pPr lvl="3"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4pPr>
            <a:lvl5pPr lvl="4"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5pPr>
            <a:lvl6pPr lvl="5"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6pPr>
            <a:lvl7pPr lvl="6"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7pPr>
            <a:lvl8pPr lvl="7"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8pPr>
            <a:lvl9pPr lvl="8"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9pPr>
          </a:lstStyle>
          <a:p>
            <a:endParaRPr/>
          </a:p>
        </p:txBody>
      </p:sp>
      <p:sp>
        <p:nvSpPr>
          <p:cNvPr id="132" name="Google Shape;132;p25"/>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570">
          <p15:clr>
            <a:srgbClr val="E46962"/>
          </p15:clr>
        </p15:guide>
        <p15:guide id="2" pos="5190">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half screen">
  <p:cSld name="MAIN_POINT_1">
    <p:bg>
      <p:bgPr>
        <a:solidFill>
          <a:schemeClr val="dk2"/>
        </a:solidFill>
        <a:effectLst/>
      </p:bgPr>
    </p:bg>
    <p:spTree>
      <p:nvGrpSpPr>
        <p:cNvPr id="1" name="Shape 133"/>
        <p:cNvGrpSpPr/>
        <p:nvPr/>
      </p:nvGrpSpPr>
      <p:grpSpPr>
        <a:xfrm>
          <a:off x="0" y="0"/>
          <a:ext cx="0" cy="0"/>
          <a:chOff x="0" y="0"/>
          <a:chExt cx="0" cy="0"/>
        </a:xfrm>
      </p:grpSpPr>
      <p:sp>
        <p:nvSpPr>
          <p:cNvPr id="134" name="Google Shape;134;p26"/>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‹nº›</a:t>
            </a:fld>
            <a:endParaRPr/>
          </a:p>
        </p:txBody>
      </p:sp>
      <p:sp>
        <p:nvSpPr>
          <p:cNvPr id="135" name="Google Shape;135;p26"/>
          <p:cNvSpPr txBox="1">
            <a:spLocks noGrp="1"/>
          </p:cNvSpPr>
          <p:nvPr>
            <p:ph type="title"/>
          </p:nvPr>
        </p:nvSpPr>
        <p:spPr>
          <a:xfrm>
            <a:off x="571500" y="909025"/>
            <a:ext cx="4000500" cy="36630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Clr>
                <a:schemeClr val="lt1"/>
              </a:buClr>
              <a:buSzPts val="3200"/>
              <a:buFont typeface="Poppins SemiBold"/>
              <a:buNone/>
              <a:defRPr sz="3200" b="0">
                <a:solidFill>
                  <a:schemeClr val="lt1"/>
                </a:solidFill>
                <a:latin typeface="Poppins SemiBold"/>
                <a:ea typeface="Poppins SemiBold"/>
                <a:cs typeface="Poppins SemiBold"/>
                <a:sym typeface="Poppins SemiBold"/>
              </a:defRPr>
            </a:lvl1pPr>
            <a:lvl2pPr lvl="1"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a:endParaRPr/>
          </a:p>
        </p:txBody>
      </p:sp>
    </p:spTree>
  </p:cSld>
  <p:clrMapOvr>
    <a:masterClrMapping/>
  </p:clrMapOvr>
  <p:extLst>
    <p:ext uri="{DCECCB84-F9BA-43D5-87BE-67443E8EF086}">
      <p15:sldGuideLst xmlns:p15="http://schemas.microsoft.com/office/powerpoint/2012/main">
        <p15:guide id="1" pos="288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Main point + picture">
  <p:cSld name="CAPTION_ONLY">
    <p:bg>
      <p:bgPr>
        <a:solidFill>
          <a:schemeClr val="lt2"/>
        </a:solidFill>
        <a:effectLst/>
      </p:bgPr>
    </p:bg>
    <p:spTree>
      <p:nvGrpSpPr>
        <p:cNvPr id="1" name="Shape 136"/>
        <p:cNvGrpSpPr/>
        <p:nvPr/>
      </p:nvGrpSpPr>
      <p:grpSpPr>
        <a:xfrm>
          <a:off x="0" y="0"/>
          <a:ext cx="0" cy="0"/>
          <a:chOff x="0" y="0"/>
          <a:chExt cx="0" cy="0"/>
        </a:xfrm>
      </p:grpSpPr>
      <p:sp>
        <p:nvSpPr>
          <p:cNvPr id="137" name="Google Shape;137;p27"/>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138" name="Google Shape;138;p27"/>
          <p:cNvSpPr txBox="1">
            <a:spLocks noGrp="1"/>
          </p:cNvSpPr>
          <p:nvPr>
            <p:ph type="title"/>
          </p:nvPr>
        </p:nvSpPr>
        <p:spPr>
          <a:xfrm>
            <a:off x="905175" y="571500"/>
            <a:ext cx="3666900" cy="4000500"/>
          </a:xfrm>
          <a:prstGeom prst="rect">
            <a:avLst/>
          </a:prstGeom>
        </p:spPr>
        <p:txBody>
          <a:bodyPr spcFirstLastPara="1" wrap="square" lIns="0" tIns="0" rIns="0" bIns="0" anchor="ctr" anchorCtr="0">
            <a:noAutofit/>
          </a:bodyPr>
          <a:lstStyle>
            <a:lvl1pPr lvl="0" rtl="0">
              <a:lnSpc>
                <a:spcPct val="115000"/>
              </a:lnSpc>
              <a:spcBef>
                <a:spcPts val="0"/>
              </a:spcBef>
              <a:spcAft>
                <a:spcPts val="0"/>
              </a:spcAft>
              <a:buClr>
                <a:schemeClr val="lt1"/>
              </a:buClr>
              <a:buSzPts val="3200"/>
              <a:buNone/>
              <a:defRPr sz="3200">
                <a:solidFill>
                  <a:schemeClr val="lt1"/>
                </a:solidFill>
              </a:defRPr>
            </a:lvl1pPr>
            <a:lvl2pPr lvl="1"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2pPr>
            <a:lvl3pPr lvl="2"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3pPr>
            <a:lvl4pPr lvl="3"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4pPr>
            <a:lvl5pPr lvl="4"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5pPr>
            <a:lvl6pPr lvl="5"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6pPr>
            <a:lvl7pPr lvl="6"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7pPr>
            <a:lvl8pPr lvl="7"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8pPr>
            <a:lvl9pPr lvl="8"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9pPr>
          </a:lstStyle>
          <a:p>
            <a:endParaRPr/>
          </a:p>
        </p:txBody>
      </p:sp>
      <p:sp>
        <p:nvSpPr>
          <p:cNvPr id="139" name="Google Shape;139;p27"/>
          <p:cNvSpPr>
            <a:spLocks noGrp="1"/>
          </p:cNvSpPr>
          <p:nvPr>
            <p:ph type="pic" idx="2"/>
          </p:nvPr>
        </p:nvSpPr>
        <p:spPr>
          <a:xfrm>
            <a:off x="5028888" y="962700"/>
            <a:ext cx="3218100" cy="3218100"/>
          </a:xfrm>
          <a:prstGeom prst="roundRect">
            <a:avLst>
              <a:gd name="adj" fmla="val 1254"/>
            </a:avLst>
          </a:prstGeom>
          <a:noFill/>
          <a:ln>
            <a:noFill/>
          </a:ln>
        </p:spPr>
      </p:sp>
    </p:spTree>
  </p:cSld>
  <p:clrMapOvr>
    <a:masterClrMapping/>
  </p:clrMapOvr>
  <p:extLst>
    <p:ext uri="{DCECCB84-F9BA-43D5-87BE-67443E8EF086}">
      <p15:sldGuideLst xmlns:p15="http://schemas.microsoft.com/office/powerpoint/2012/main">
        <p15:guide id="1" pos="570">
          <p15:clr>
            <a:srgbClr val="E46962"/>
          </p15:clr>
        </p15:guide>
        <p15:guide id="2" pos="519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ull width Quote ">
  <p:cSld name="CUSTOM_4_1">
    <p:bg>
      <p:bgPr>
        <a:solidFill>
          <a:schemeClr val="dk1"/>
        </a:solidFill>
        <a:effectLst/>
      </p:bgPr>
    </p:bg>
    <p:spTree>
      <p:nvGrpSpPr>
        <p:cNvPr id="1" name="Shape 140"/>
        <p:cNvGrpSpPr/>
        <p:nvPr/>
      </p:nvGrpSpPr>
      <p:grpSpPr>
        <a:xfrm>
          <a:off x="0" y="0"/>
          <a:ext cx="0" cy="0"/>
          <a:chOff x="0" y="0"/>
          <a:chExt cx="0" cy="0"/>
        </a:xfrm>
      </p:grpSpPr>
      <p:sp>
        <p:nvSpPr>
          <p:cNvPr id="141" name="Google Shape;141;p28"/>
          <p:cNvSpPr txBox="1">
            <a:spLocks noGrp="1"/>
          </p:cNvSpPr>
          <p:nvPr>
            <p:ph type="title"/>
          </p:nvPr>
        </p:nvSpPr>
        <p:spPr>
          <a:xfrm>
            <a:off x="917425" y="3711750"/>
            <a:ext cx="3654600" cy="415200"/>
          </a:xfrm>
          <a:prstGeom prst="rect">
            <a:avLst/>
          </a:prstGeom>
        </p:spPr>
        <p:txBody>
          <a:bodyPr spcFirstLastPara="1" wrap="square" lIns="0" tIns="0" rIns="0" bIns="0" anchor="t" anchorCtr="0">
            <a:noAutofit/>
          </a:bodyPr>
          <a:lstStyle>
            <a:lvl1pPr lvl="0" rtl="0">
              <a:spcBef>
                <a:spcPts val="0"/>
              </a:spcBef>
              <a:spcAft>
                <a:spcPts val="0"/>
              </a:spcAft>
              <a:buClr>
                <a:srgbClr val="97B0CE"/>
              </a:buClr>
              <a:buSzPts val="1800"/>
              <a:buFont typeface="Poppins SemiBold"/>
              <a:buNone/>
              <a:defRPr b="0">
                <a:solidFill>
                  <a:srgbClr val="97B0CE"/>
                </a:solidFill>
                <a:latin typeface="Poppins SemiBold"/>
                <a:ea typeface="Poppins SemiBold"/>
                <a:cs typeface="Poppins SemiBold"/>
                <a:sym typeface="Poppins SemiBold"/>
              </a:defRPr>
            </a:lvl1pPr>
            <a:lvl2pPr lvl="1"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2pPr>
            <a:lvl3pPr lvl="2"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3pPr>
            <a:lvl4pPr lvl="3"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4pPr>
            <a:lvl5pPr lvl="4"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5pPr>
            <a:lvl6pPr lvl="5"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6pPr>
            <a:lvl7pPr lvl="6"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7pPr>
            <a:lvl8pPr lvl="7"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8pPr>
            <a:lvl9pPr lvl="8"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9pPr>
          </a:lstStyle>
          <a:p>
            <a:endParaRPr/>
          </a:p>
        </p:txBody>
      </p:sp>
      <p:sp>
        <p:nvSpPr>
          <p:cNvPr id="142" name="Google Shape;142;p28"/>
          <p:cNvSpPr txBox="1">
            <a:spLocks noGrp="1"/>
          </p:cNvSpPr>
          <p:nvPr>
            <p:ph type="subTitle" idx="1"/>
          </p:nvPr>
        </p:nvSpPr>
        <p:spPr>
          <a:xfrm>
            <a:off x="917425" y="1714500"/>
            <a:ext cx="5483400" cy="19230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3200"/>
              <a:buNone/>
              <a:defRPr sz="3200" b="1">
                <a:solidFill>
                  <a:schemeClr val="lt1"/>
                </a:solidFill>
                <a:latin typeface="Poppins"/>
                <a:ea typeface="Poppins"/>
                <a:cs typeface="Poppins"/>
                <a:sym typeface="Poppins"/>
              </a:defRPr>
            </a:lvl1pPr>
            <a:lvl2pPr lvl="1" rtl="0">
              <a:lnSpc>
                <a:spcPct val="100000"/>
              </a:lnSpc>
              <a:spcBef>
                <a:spcPts val="0"/>
              </a:spcBef>
              <a:spcAft>
                <a:spcPts val="0"/>
              </a:spcAft>
              <a:buSzPts val="3200"/>
              <a:buNone/>
              <a:defRPr sz="3200"/>
            </a:lvl2pPr>
            <a:lvl3pPr lvl="2" rtl="0">
              <a:lnSpc>
                <a:spcPct val="100000"/>
              </a:lnSpc>
              <a:spcBef>
                <a:spcPts val="1000"/>
              </a:spcBef>
              <a:spcAft>
                <a:spcPts val="0"/>
              </a:spcAft>
              <a:buSzPts val="3200"/>
              <a:buNone/>
              <a:defRPr sz="3200"/>
            </a:lvl3pPr>
            <a:lvl4pPr lvl="3" rtl="0">
              <a:lnSpc>
                <a:spcPct val="100000"/>
              </a:lnSpc>
              <a:spcBef>
                <a:spcPts val="1000"/>
              </a:spcBef>
              <a:spcAft>
                <a:spcPts val="0"/>
              </a:spcAft>
              <a:buSzPts val="3200"/>
              <a:buNone/>
              <a:defRPr sz="3200"/>
            </a:lvl4pPr>
            <a:lvl5pPr lvl="4" rtl="0">
              <a:lnSpc>
                <a:spcPct val="100000"/>
              </a:lnSpc>
              <a:spcBef>
                <a:spcPts val="1000"/>
              </a:spcBef>
              <a:spcAft>
                <a:spcPts val="0"/>
              </a:spcAft>
              <a:buSzPts val="3200"/>
              <a:buNone/>
              <a:defRPr sz="3200"/>
            </a:lvl5pPr>
            <a:lvl6pPr lvl="5" rtl="0">
              <a:lnSpc>
                <a:spcPct val="100000"/>
              </a:lnSpc>
              <a:spcBef>
                <a:spcPts val="1000"/>
              </a:spcBef>
              <a:spcAft>
                <a:spcPts val="0"/>
              </a:spcAft>
              <a:buSzPts val="3200"/>
              <a:buNone/>
              <a:defRPr sz="3200"/>
            </a:lvl6pPr>
            <a:lvl7pPr lvl="6" rtl="0">
              <a:lnSpc>
                <a:spcPct val="100000"/>
              </a:lnSpc>
              <a:spcBef>
                <a:spcPts val="1000"/>
              </a:spcBef>
              <a:spcAft>
                <a:spcPts val="0"/>
              </a:spcAft>
              <a:buSzPts val="3200"/>
              <a:buNone/>
              <a:defRPr sz="3200"/>
            </a:lvl7pPr>
            <a:lvl8pPr lvl="7" rtl="0">
              <a:lnSpc>
                <a:spcPct val="100000"/>
              </a:lnSpc>
              <a:spcBef>
                <a:spcPts val="1000"/>
              </a:spcBef>
              <a:spcAft>
                <a:spcPts val="0"/>
              </a:spcAft>
              <a:buSzPts val="3200"/>
              <a:buNone/>
              <a:defRPr sz="3200"/>
            </a:lvl8pPr>
            <a:lvl9pPr lvl="8" rtl="0">
              <a:lnSpc>
                <a:spcPct val="100000"/>
              </a:lnSpc>
              <a:spcBef>
                <a:spcPts val="1000"/>
              </a:spcBef>
              <a:spcAft>
                <a:spcPts val="1000"/>
              </a:spcAft>
              <a:buSzPts val="3200"/>
              <a:buNone/>
              <a:defRPr sz="3200"/>
            </a:lvl9pPr>
          </a:lstStyle>
          <a:p>
            <a:endParaRPr/>
          </a:p>
        </p:txBody>
      </p:sp>
      <p:sp>
        <p:nvSpPr>
          <p:cNvPr id="143" name="Google Shape;143;p28"/>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578">
          <p15:clr>
            <a:srgbClr val="E46962"/>
          </p15:clr>
        </p15:guide>
        <p15:guide id="2" pos="4032">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Quote + Picture Shield">
  <p:cSld name="CUSTOM_8">
    <p:spTree>
      <p:nvGrpSpPr>
        <p:cNvPr id="1" name="Shape 144"/>
        <p:cNvGrpSpPr/>
        <p:nvPr/>
      </p:nvGrpSpPr>
      <p:grpSpPr>
        <a:xfrm>
          <a:off x="0" y="0"/>
          <a:ext cx="0" cy="0"/>
          <a:chOff x="0" y="0"/>
          <a:chExt cx="0" cy="0"/>
        </a:xfrm>
      </p:grpSpPr>
      <p:sp>
        <p:nvSpPr>
          <p:cNvPr id="145" name="Google Shape;145;p29"/>
          <p:cNvSpPr txBox="1">
            <a:spLocks noGrp="1"/>
          </p:cNvSpPr>
          <p:nvPr>
            <p:ph type="title"/>
          </p:nvPr>
        </p:nvSpPr>
        <p:spPr>
          <a:xfrm>
            <a:off x="914400" y="1830350"/>
            <a:ext cx="3197700" cy="2741700"/>
          </a:xfrm>
          <a:prstGeom prst="rect">
            <a:avLst/>
          </a:prstGeom>
        </p:spPr>
        <p:txBody>
          <a:bodyPr spcFirstLastPara="1" wrap="square" lIns="0" tIns="0" rIns="0" bIns="0" anchor="t" anchorCtr="0">
            <a:noAutofit/>
          </a:bodyPr>
          <a:lstStyle>
            <a:lvl1pPr lvl="0">
              <a:spcBef>
                <a:spcPts val="0"/>
              </a:spcBef>
              <a:spcAft>
                <a:spcPts val="0"/>
              </a:spcAft>
              <a:buSzPts val="1400"/>
              <a:buFont typeface="Poppins SemiBold"/>
              <a:buNone/>
              <a:defRPr sz="1400" b="0">
                <a:latin typeface="Poppins SemiBold"/>
                <a:ea typeface="Poppins SemiBold"/>
                <a:cs typeface="Poppins SemiBold"/>
                <a:sym typeface="Poppins SemiBold"/>
              </a:defRPr>
            </a:lvl1pPr>
            <a:lvl2pPr lvl="1">
              <a:spcBef>
                <a:spcPts val="0"/>
              </a:spcBef>
              <a:spcAft>
                <a:spcPts val="0"/>
              </a:spcAft>
              <a:buSzPts val="1400"/>
              <a:buFont typeface="Poppins SemiBold"/>
              <a:buNone/>
              <a:defRPr sz="1400">
                <a:latin typeface="Poppins SemiBold"/>
                <a:ea typeface="Poppins SemiBold"/>
                <a:cs typeface="Poppins SemiBold"/>
                <a:sym typeface="Poppins SemiBold"/>
              </a:defRPr>
            </a:lvl2pPr>
            <a:lvl3pPr lvl="2">
              <a:spcBef>
                <a:spcPts val="0"/>
              </a:spcBef>
              <a:spcAft>
                <a:spcPts val="0"/>
              </a:spcAft>
              <a:buSzPts val="1400"/>
              <a:buFont typeface="Poppins SemiBold"/>
              <a:buNone/>
              <a:defRPr sz="1400">
                <a:latin typeface="Poppins SemiBold"/>
                <a:ea typeface="Poppins SemiBold"/>
                <a:cs typeface="Poppins SemiBold"/>
                <a:sym typeface="Poppins SemiBold"/>
              </a:defRPr>
            </a:lvl3pPr>
            <a:lvl4pPr lvl="3">
              <a:spcBef>
                <a:spcPts val="0"/>
              </a:spcBef>
              <a:spcAft>
                <a:spcPts val="0"/>
              </a:spcAft>
              <a:buSzPts val="1400"/>
              <a:buFont typeface="Poppins SemiBold"/>
              <a:buNone/>
              <a:defRPr sz="1400">
                <a:latin typeface="Poppins SemiBold"/>
                <a:ea typeface="Poppins SemiBold"/>
                <a:cs typeface="Poppins SemiBold"/>
                <a:sym typeface="Poppins SemiBold"/>
              </a:defRPr>
            </a:lvl4pPr>
            <a:lvl5pPr lvl="4">
              <a:spcBef>
                <a:spcPts val="0"/>
              </a:spcBef>
              <a:spcAft>
                <a:spcPts val="0"/>
              </a:spcAft>
              <a:buSzPts val="1400"/>
              <a:buFont typeface="Poppins SemiBold"/>
              <a:buNone/>
              <a:defRPr sz="1400">
                <a:latin typeface="Poppins SemiBold"/>
                <a:ea typeface="Poppins SemiBold"/>
                <a:cs typeface="Poppins SemiBold"/>
                <a:sym typeface="Poppins SemiBold"/>
              </a:defRPr>
            </a:lvl5pPr>
            <a:lvl6pPr lvl="5">
              <a:spcBef>
                <a:spcPts val="0"/>
              </a:spcBef>
              <a:spcAft>
                <a:spcPts val="0"/>
              </a:spcAft>
              <a:buSzPts val="1400"/>
              <a:buFont typeface="Poppins SemiBold"/>
              <a:buNone/>
              <a:defRPr sz="1400">
                <a:latin typeface="Poppins SemiBold"/>
                <a:ea typeface="Poppins SemiBold"/>
                <a:cs typeface="Poppins SemiBold"/>
                <a:sym typeface="Poppins SemiBold"/>
              </a:defRPr>
            </a:lvl6pPr>
            <a:lvl7pPr lvl="6">
              <a:spcBef>
                <a:spcPts val="0"/>
              </a:spcBef>
              <a:spcAft>
                <a:spcPts val="0"/>
              </a:spcAft>
              <a:buSzPts val="1400"/>
              <a:buFont typeface="Poppins SemiBold"/>
              <a:buNone/>
              <a:defRPr sz="1400">
                <a:latin typeface="Poppins SemiBold"/>
                <a:ea typeface="Poppins SemiBold"/>
                <a:cs typeface="Poppins SemiBold"/>
                <a:sym typeface="Poppins SemiBold"/>
              </a:defRPr>
            </a:lvl7pPr>
            <a:lvl8pPr lvl="7">
              <a:spcBef>
                <a:spcPts val="0"/>
              </a:spcBef>
              <a:spcAft>
                <a:spcPts val="0"/>
              </a:spcAft>
              <a:buSzPts val="1400"/>
              <a:buFont typeface="Poppins SemiBold"/>
              <a:buNone/>
              <a:defRPr sz="1400">
                <a:latin typeface="Poppins SemiBold"/>
                <a:ea typeface="Poppins SemiBold"/>
                <a:cs typeface="Poppins SemiBold"/>
                <a:sym typeface="Poppins SemiBold"/>
              </a:defRPr>
            </a:lvl8pPr>
            <a:lvl9pPr lvl="8">
              <a:spcBef>
                <a:spcPts val="0"/>
              </a:spcBef>
              <a:spcAft>
                <a:spcPts val="0"/>
              </a:spcAft>
              <a:buSzPts val="1400"/>
              <a:buFont typeface="Poppins SemiBold"/>
              <a:buNone/>
              <a:defRPr sz="1400">
                <a:latin typeface="Poppins SemiBold"/>
                <a:ea typeface="Poppins SemiBold"/>
                <a:cs typeface="Poppins SemiBold"/>
                <a:sym typeface="Poppins SemiBold"/>
              </a:defRPr>
            </a:lvl9pPr>
          </a:lstStyle>
          <a:p>
            <a:endParaRPr/>
          </a:p>
        </p:txBody>
      </p:sp>
      <p:sp>
        <p:nvSpPr>
          <p:cNvPr id="146" name="Google Shape;146;p29"/>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576">
          <p15:clr>
            <a:srgbClr val="E46962"/>
          </p15:clr>
        </p15:guide>
        <p15:guide id="2" pos="5184">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alf screen quote">
  <p:cSld name="CUSTOM_8_1">
    <p:spTree>
      <p:nvGrpSpPr>
        <p:cNvPr id="1" name="Shape 147"/>
        <p:cNvGrpSpPr/>
        <p:nvPr/>
      </p:nvGrpSpPr>
      <p:grpSpPr>
        <a:xfrm>
          <a:off x="0" y="0"/>
          <a:ext cx="0" cy="0"/>
          <a:chOff x="0" y="0"/>
          <a:chExt cx="0" cy="0"/>
        </a:xfrm>
      </p:grpSpPr>
      <p:sp>
        <p:nvSpPr>
          <p:cNvPr id="148" name="Google Shape;148;p30"/>
          <p:cNvSpPr txBox="1">
            <a:spLocks noGrp="1"/>
          </p:cNvSpPr>
          <p:nvPr>
            <p:ph type="title"/>
          </p:nvPr>
        </p:nvSpPr>
        <p:spPr>
          <a:xfrm>
            <a:off x="5139900" y="1823725"/>
            <a:ext cx="3089700" cy="1743300"/>
          </a:xfrm>
          <a:prstGeom prst="rect">
            <a:avLst/>
          </a:prstGeom>
        </p:spPr>
        <p:txBody>
          <a:bodyPr spcFirstLastPara="1" wrap="square" lIns="0" tIns="0" rIns="0" bIns="0" anchor="t" anchorCtr="0">
            <a:spAutoFit/>
          </a:bodyPr>
          <a:lstStyle>
            <a:lvl1pPr lvl="0" rtl="0">
              <a:spcBef>
                <a:spcPts val="0"/>
              </a:spcBef>
              <a:spcAft>
                <a:spcPts val="0"/>
              </a:spcAft>
              <a:buClr>
                <a:schemeClr val="lt1"/>
              </a:buClr>
              <a:buSzPts val="1400"/>
              <a:buFont typeface="Poppins SemiBold"/>
              <a:buNone/>
              <a:defRPr sz="1400" b="0">
                <a:solidFill>
                  <a:schemeClr val="lt1"/>
                </a:solidFill>
                <a:latin typeface="Poppins SemiBold"/>
                <a:ea typeface="Poppins SemiBold"/>
                <a:cs typeface="Poppins SemiBold"/>
                <a:sym typeface="Poppins SemiBold"/>
              </a:defRPr>
            </a:lvl1pPr>
            <a:lvl2pPr lvl="1"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a:endParaRPr/>
          </a:p>
        </p:txBody>
      </p:sp>
      <p:sp>
        <p:nvSpPr>
          <p:cNvPr id="149" name="Google Shape;149;p30"/>
          <p:cNvSpPr txBox="1">
            <a:spLocks noGrp="1"/>
          </p:cNvSpPr>
          <p:nvPr>
            <p:ph type="title" idx="2"/>
          </p:nvPr>
        </p:nvSpPr>
        <p:spPr>
          <a:xfrm>
            <a:off x="571500" y="800100"/>
            <a:ext cx="3089700" cy="914400"/>
          </a:xfrm>
          <a:prstGeom prst="rect">
            <a:avLst/>
          </a:prstGeom>
        </p:spPr>
        <p:txBody>
          <a:bodyPr spcFirstLastPara="1" wrap="square" lIns="0" tIns="0" rIns="0" bIns="0" anchor="ctr" anchorCtr="0">
            <a:noAutofit/>
          </a:bodyPr>
          <a:lstStyle>
            <a:lvl1pPr lvl="0" rt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a:endParaRPr/>
          </a:p>
        </p:txBody>
      </p:sp>
      <p:sp>
        <p:nvSpPr>
          <p:cNvPr id="150" name="Google Shape;150;p30"/>
          <p:cNvSpPr txBox="1">
            <a:spLocks noGrp="1"/>
          </p:cNvSpPr>
          <p:nvPr>
            <p:ph type="body" idx="1"/>
          </p:nvPr>
        </p:nvSpPr>
        <p:spPr>
          <a:xfrm>
            <a:off x="571500" y="1714500"/>
            <a:ext cx="3089700" cy="2857500"/>
          </a:xfrm>
          <a:prstGeom prst="rect">
            <a:avLst/>
          </a:prstGeom>
        </p:spPr>
        <p:txBody>
          <a:bodyPr spcFirstLastPara="1" wrap="square" lIns="0" tIns="0" rIns="0" bIns="0" anchor="t" anchorCtr="0">
            <a:noAutofit/>
          </a:bodyPr>
          <a:lstStyle>
            <a:lvl1pPr marL="457200" lvl="0" indent="-3048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151" name="Google Shape;151;p30"/>
          <p:cNvSpPr txBox="1">
            <a:spLocks noGrp="1"/>
          </p:cNvSpPr>
          <p:nvPr>
            <p:ph type="title" idx="3"/>
          </p:nvPr>
        </p:nvSpPr>
        <p:spPr>
          <a:xfrm>
            <a:off x="5139900" y="4108200"/>
            <a:ext cx="3089700" cy="231900"/>
          </a:xfrm>
          <a:prstGeom prst="rect">
            <a:avLst/>
          </a:prstGeom>
        </p:spPr>
        <p:txBody>
          <a:bodyPr spcFirstLastPara="1" wrap="square" lIns="0" tIns="0" rIns="0" bIns="0" anchor="t" anchorCtr="0">
            <a:spAutoFit/>
          </a:bodyPr>
          <a:lstStyle>
            <a:lvl1pPr lvl="0" rtl="0">
              <a:spcBef>
                <a:spcPts val="0"/>
              </a:spcBef>
              <a:spcAft>
                <a:spcPts val="0"/>
              </a:spcAft>
              <a:buClr>
                <a:schemeClr val="lt1"/>
              </a:buClr>
              <a:buSzPts val="1000"/>
              <a:buFont typeface="Poppins SemiBold"/>
              <a:buNone/>
              <a:defRPr sz="1000" b="0">
                <a:solidFill>
                  <a:schemeClr val="lt1"/>
                </a:solidFill>
                <a:latin typeface="Poppins SemiBold"/>
                <a:ea typeface="Poppins SemiBold"/>
                <a:cs typeface="Poppins SemiBold"/>
                <a:sym typeface="Poppins SemiBold"/>
              </a:defRPr>
            </a:lvl1pPr>
            <a:lvl2pPr lvl="1"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a:endParaRPr/>
          </a:p>
        </p:txBody>
      </p:sp>
      <p:sp>
        <p:nvSpPr>
          <p:cNvPr id="152" name="Google Shape;152;p30"/>
          <p:cNvSpPr txBox="1">
            <a:spLocks noGrp="1"/>
          </p:cNvSpPr>
          <p:nvPr>
            <p:ph type="body" idx="4"/>
          </p:nvPr>
        </p:nvSpPr>
        <p:spPr>
          <a:xfrm>
            <a:off x="5139900" y="4340100"/>
            <a:ext cx="3089700" cy="231900"/>
          </a:xfrm>
          <a:prstGeom prst="rect">
            <a:avLst/>
          </a:prstGeom>
        </p:spPr>
        <p:txBody>
          <a:bodyPr spcFirstLastPara="1" wrap="square" lIns="0" tIns="0" rIns="0" bIns="0" anchor="t" anchorCtr="0">
            <a:noAutofit/>
          </a:bodyPr>
          <a:lstStyle>
            <a:lvl1pPr marL="457200" lvl="0" indent="-292100" rtl="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marL="914400" lvl="1" indent="-292100" rtl="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marL="1371600" lvl="2" indent="-2921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3pPr>
            <a:lvl4pPr marL="1828800" lvl="3" indent="-2921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4pPr>
            <a:lvl5pPr marL="2286000" lvl="4" indent="-2921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5pPr>
            <a:lvl6pPr marL="2743200" lvl="5" indent="-2921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6pPr>
            <a:lvl7pPr marL="3200400" lvl="6" indent="-2921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7pPr>
            <a:lvl8pPr marL="3657600" lvl="7" indent="-2921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8pPr>
            <a:lvl9pPr marL="4114800" lvl="8" indent="-292100" rtl="0">
              <a:lnSpc>
                <a:spcPct val="115000"/>
              </a:lnSpc>
              <a:spcBef>
                <a:spcPts val="1000"/>
              </a:spcBef>
              <a:spcAft>
                <a:spcPts val="1000"/>
              </a:spcAft>
              <a:buClr>
                <a:schemeClr val="lt1"/>
              </a:buClr>
              <a:buSzPts val="1000"/>
              <a:buFont typeface="Lato"/>
              <a:buChar char="■"/>
              <a:defRPr>
                <a:solidFill>
                  <a:schemeClr val="lt1"/>
                </a:solidFill>
                <a:latin typeface="Lato"/>
                <a:ea typeface="Lato"/>
                <a:cs typeface="Lato"/>
                <a:sym typeface="Lato"/>
              </a:defRPr>
            </a:lvl9pPr>
          </a:lstStyle>
          <a:p>
            <a:endParaRPr/>
          </a:p>
        </p:txBody>
      </p:sp>
      <p:sp>
        <p:nvSpPr>
          <p:cNvPr id="153" name="Google Shape;153;p30"/>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576">
          <p15:clr>
            <a:srgbClr val="E46962"/>
          </p15:clr>
        </p15:guide>
        <p15:guide id="2" pos="5184">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t title and four columns 2 1">
  <p:cSld name="TITLE_AND_TWO_COLUMNS_1_1_1_1">
    <p:spTree>
      <p:nvGrpSpPr>
        <p:cNvPr id="1" name="Shape 156"/>
        <p:cNvGrpSpPr/>
        <p:nvPr/>
      </p:nvGrpSpPr>
      <p:grpSpPr>
        <a:xfrm>
          <a:off x="0" y="0"/>
          <a:ext cx="0" cy="0"/>
          <a:chOff x="0" y="0"/>
          <a:chExt cx="0" cy="0"/>
        </a:xfrm>
      </p:grpSpPr>
      <p:sp>
        <p:nvSpPr>
          <p:cNvPr id="157" name="Google Shape;157;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‹nº›</a:t>
            </a:fld>
            <a:endParaRPr/>
          </a:p>
        </p:txBody>
      </p:sp>
      <p:sp>
        <p:nvSpPr>
          <p:cNvPr id="158" name="Google Shape;158;p32"/>
          <p:cNvSpPr txBox="1">
            <a:spLocks noGrp="1"/>
          </p:cNvSpPr>
          <p:nvPr>
            <p:ph type="title"/>
          </p:nvPr>
        </p:nvSpPr>
        <p:spPr>
          <a:xfrm>
            <a:off x="607200" y="1026550"/>
            <a:ext cx="3936000" cy="536700"/>
          </a:xfrm>
          <a:prstGeom prst="rect">
            <a:avLst/>
          </a:prstGeom>
        </p:spPr>
        <p:txBody>
          <a:bodyPr spcFirstLastPara="1" wrap="square" lIns="0" tIns="0" rIns="0" bIns="0" anchor="ctr" anchorCtr="0">
            <a:noAutofit/>
          </a:bodyPr>
          <a:lstStyle>
            <a:lvl1pPr lvl="0" rtl="0">
              <a:spcBef>
                <a:spcPts val="0"/>
              </a:spcBef>
              <a:spcAft>
                <a:spcPts val="0"/>
              </a:spcAft>
              <a:buSzPts val="1800"/>
              <a:buNone/>
              <a:defRPr sz="1800"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159" name="Google Shape;159;p32"/>
          <p:cNvSpPr txBox="1">
            <a:spLocks noGrp="1"/>
          </p:cNvSpPr>
          <p:nvPr>
            <p:ph type="body" idx="1"/>
          </p:nvPr>
        </p:nvSpPr>
        <p:spPr>
          <a:xfrm>
            <a:off x="3314406" y="1785575"/>
            <a:ext cx="3936000" cy="5367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160" name="Google Shape;160;p32"/>
          <p:cNvSpPr txBox="1">
            <a:spLocks noGrp="1"/>
          </p:cNvSpPr>
          <p:nvPr>
            <p:ph type="body" idx="2"/>
          </p:nvPr>
        </p:nvSpPr>
        <p:spPr>
          <a:xfrm>
            <a:off x="3314406" y="3305922"/>
            <a:ext cx="3936000" cy="5367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161" name="Google Shape;161;p32"/>
          <p:cNvSpPr txBox="1">
            <a:spLocks noGrp="1"/>
          </p:cNvSpPr>
          <p:nvPr>
            <p:ph type="body" idx="3"/>
          </p:nvPr>
        </p:nvSpPr>
        <p:spPr>
          <a:xfrm>
            <a:off x="3314406" y="4066095"/>
            <a:ext cx="3936000" cy="5367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162" name="Google Shape;162;p32"/>
          <p:cNvSpPr txBox="1">
            <a:spLocks noGrp="1"/>
          </p:cNvSpPr>
          <p:nvPr>
            <p:ph type="subTitle" idx="4"/>
          </p:nvPr>
        </p:nvSpPr>
        <p:spPr>
          <a:xfrm>
            <a:off x="1301106" y="1785575"/>
            <a:ext cx="1951500" cy="536700"/>
          </a:xfrm>
          <a:prstGeom prst="rect">
            <a:avLst/>
          </a:prstGeom>
        </p:spPr>
        <p:txBody>
          <a:bodyPr spcFirstLastPara="1" wrap="square" lIns="0" tIns="0" rIns="0" bIns="0" anchor="t" anchorCtr="0">
            <a:noAutofit/>
          </a:bodyPr>
          <a:lstStyle>
            <a:lvl1pPr lvl="0" rtl="0">
              <a:spcBef>
                <a:spcPts val="0"/>
              </a:spcBef>
              <a:spcAft>
                <a:spcPts val="0"/>
              </a:spcAft>
              <a:buSzPts val="1200"/>
              <a:buNone/>
              <a:defRPr sz="1200" b="1">
                <a:solidFill>
                  <a:schemeClr val="accent4"/>
                </a:solidFill>
              </a:defRPr>
            </a:lvl1pPr>
            <a:lvl2pPr lvl="1" rtl="0">
              <a:spcBef>
                <a:spcPts val="1000"/>
              </a:spcBef>
              <a:spcAft>
                <a:spcPts val="0"/>
              </a:spcAft>
              <a:buSzPts val="1200"/>
              <a:buNone/>
              <a:defRPr/>
            </a:lvl2pPr>
            <a:lvl3pPr lvl="2" rtl="0">
              <a:spcBef>
                <a:spcPts val="1000"/>
              </a:spcBef>
              <a:spcAft>
                <a:spcPts val="0"/>
              </a:spcAft>
              <a:buSzPts val="1000"/>
              <a:buNone/>
              <a:defRPr/>
            </a:lvl3pPr>
            <a:lvl4pPr lvl="3" rtl="0">
              <a:spcBef>
                <a:spcPts val="1000"/>
              </a:spcBef>
              <a:spcAft>
                <a:spcPts val="0"/>
              </a:spcAft>
              <a:buSzPts val="1000"/>
              <a:buNone/>
              <a:defRPr/>
            </a:lvl4pPr>
            <a:lvl5pPr lvl="4" rtl="0">
              <a:spcBef>
                <a:spcPts val="1000"/>
              </a:spcBef>
              <a:spcAft>
                <a:spcPts val="0"/>
              </a:spcAft>
              <a:buSzPts val="1000"/>
              <a:buNone/>
              <a:defRPr/>
            </a:lvl5pPr>
            <a:lvl6pPr lvl="5" rtl="0">
              <a:spcBef>
                <a:spcPts val="1000"/>
              </a:spcBef>
              <a:spcAft>
                <a:spcPts val="0"/>
              </a:spcAft>
              <a:buSzPts val="1000"/>
              <a:buNone/>
              <a:defRPr/>
            </a:lvl6pPr>
            <a:lvl7pPr lvl="6" rtl="0">
              <a:spcBef>
                <a:spcPts val="1000"/>
              </a:spcBef>
              <a:spcAft>
                <a:spcPts val="0"/>
              </a:spcAft>
              <a:buSzPts val="1000"/>
              <a:buNone/>
              <a:defRPr/>
            </a:lvl7pPr>
            <a:lvl8pPr lvl="7" rtl="0">
              <a:spcBef>
                <a:spcPts val="1000"/>
              </a:spcBef>
              <a:spcAft>
                <a:spcPts val="0"/>
              </a:spcAft>
              <a:buSzPts val="1000"/>
              <a:buNone/>
              <a:defRPr/>
            </a:lvl8pPr>
            <a:lvl9pPr lvl="8" rtl="0">
              <a:spcBef>
                <a:spcPts val="1000"/>
              </a:spcBef>
              <a:spcAft>
                <a:spcPts val="1000"/>
              </a:spcAft>
              <a:buSzPts val="1000"/>
              <a:buNone/>
              <a:defRPr/>
            </a:lvl9pPr>
          </a:lstStyle>
          <a:p>
            <a:endParaRPr/>
          </a:p>
        </p:txBody>
      </p:sp>
      <p:sp>
        <p:nvSpPr>
          <p:cNvPr id="163" name="Google Shape;163;p32"/>
          <p:cNvSpPr txBox="1">
            <a:spLocks noGrp="1"/>
          </p:cNvSpPr>
          <p:nvPr>
            <p:ph type="subTitle" idx="5"/>
          </p:nvPr>
        </p:nvSpPr>
        <p:spPr>
          <a:xfrm>
            <a:off x="1301106" y="4066095"/>
            <a:ext cx="1951500" cy="536700"/>
          </a:xfrm>
          <a:prstGeom prst="rect">
            <a:avLst/>
          </a:prstGeom>
        </p:spPr>
        <p:txBody>
          <a:bodyPr spcFirstLastPara="1" wrap="square" lIns="0" tIns="0" rIns="0" bIns="0" anchor="t" anchorCtr="0">
            <a:noAutofit/>
          </a:bodyPr>
          <a:lstStyle>
            <a:lvl1pPr lvl="0" rtl="0">
              <a:spcBef>
                <a:spcPts val="0"/>
              </a:spcBef>
              <a:spcAft>
                <a:spcPts val="0"/>
              </a:spcAft>
              <a:buSzPts val="1200"/>
              <a:buNone/>
              <a:defRPr sz="1200" b="1">
                <a:solidFill>
                  <a:schemeClr val="accent4"/>
                </a:solidFill>
              </a:defRPr>
            </a:lvl1pPr>
            <a:lvl2pPr lvl="1" rtl="0">
              <a:spcBef>
                <a:spcPts val="1000"/>
              </a:spcBef>
              <a:spcAft>
                <a:spcPts val="0"/>
              </a:spcAft>
              <a:buSzPts val="1200"/>
              <a:buNone/>
              <a:defRPr/>
            </a:lvl2pPr>
            <a:lvl3pPr lvl="2" rtl="0">
              <a:spcBef>
                <a:spcPts val="1000"/>
              </a:spcBef>
              <a:spcAft>
                <a:spcPts val="0"/>
              </a:spcAft>
              <a:buSzPts val="1000"/>
              <a:buNone/>
              <a:defRPr/>
            </a:lvl3pPr>
            <a:lvl4pPr lvl="3" rtl="0">
              <a:spcBef>
                <a:spcPts val="1000"/>
              </a:spcBef>
              <a:spcAft>
                <a:spcPts val="0"/>
              </a:spcAft>
              <a:buSzPts val="1000"/>
              <a:buNone/>
              <a:defRPr/>
            </a:lvl4pPr>
            <a:lvl5pPr lvl="4" rtl="0">
              <a:spcBef>
                <a:spcPts val="1000"/>
              </a:spcBef>
              <a:spcAft>
                <a:spcPts val="0"/>
              </a:spcAft>
              <a:buSzPts val="1000"/>
              <a:buNone/>
              <a:defRPr/>
            </a:lvl5pPr>
            <a:lvl6pPr lvl="5" rtl="0">
              <a:spcBef>
                <a:spcPts val="1000"/>
              </a:spcBef>
              <a:spcAft>
                <a:spcPts val="0"/>
              </a:spcAft>
              <a:buSzPts val="1000"/>
              <a:buNone/>
              <a:defRPr/>
            </a:lvl6pPr>
            <a:lvl7pPr lvl="6" rtl="0">
              <a:spcBef>
                <a:spcPts val="1000"/>
              </a:spcBef>
              <a:spcAft>
                <a:spcPts val="0"/>
              </a:spcAft>
              <a:buSzPts val="1000"/>
              <a:buNone/>
              <a:defRPr/>
            </a:lvl7pPr>
            <a:lvl8pPr lvl="7" rtl="0">
              <a:spcBef>
                <a:spcPts val="1000"/>
              </a:spcBef>
              <a:spcAft>
                <a:spcPts val="0"/>
              </a:spcAft>
              <a:buSzPts val="1000"/>
              <a:buNone/>
              <a:defRPr/>
            </a:lvl8pPr>
            <a:lvl9pPr lvl="8" rtl="0">
              <a:spcBef>
                <a:spcPts val="1000"/>
              </a:spcBef>
              <a:spcAft>
                <a:spcPts val="1000"/>
              </a:spcAft>
              <a:buSzPts val="1000"/>
              <a:buNone/>
              <a:defRPr/>
            </a:lvl9pPr>
          </a:lstStyle>
          <a:p>
            <a:endParaRPr/>
          </a:p>
        </p:txBody>
      </p:sp>
      <p:sp>
        <p:nvSpPr>
          <p:cNvPr id="164" name="Google Shape;164;p32"/>
          <p:cNvSpPr txBox="1">
            <a:spLocks noGrp="1"/>
          </p:cNvSpPr>
          <p:nvPr>
            <p:ph type="subTitle" idx="6"/>
          </p:nvPr>
        </p:nvSpPr>
        <p:spPr>
          <a:xfrm>
            <a:off x="1301106" y="2545748"/>
            <a:ext cx="1951500" cy="536700"/>
          </a:xfrm>
          <a:prstGeom prst="rect">
            <a:avLst/>
          </a:prstGeom>
        </p:spPr>
        <p:txBody>
          <a:bodyPr spcFirstLastPara="1" wrap="square" lIns="0" tIns="0" rIns="0" bIns="0" anchor="t" anchorCtr="0">
            <a:noAutofit/>
          </a:bodyPr>
          <a:lstStyle>
            <a:lvl1pPr lvl="0" rtl="0">
              <a:spcBef>
                <a:spcPts val="0"/>
              </a:spcBef>
              <a:spcAft>
                <a:spcPts val="0"/>
              </a:spcAft>
              <a:buSzPts val="1200"/>
              <a:buNone/>
              <a:defRPr sz="1200" b="1">
                <a:solidFill>
                  <a:schemeClr val="accent4"/>
                </a:solidFill>
              </a:defRPr>
            </a:lvl1pPr>
            <a:lvl2pPr lvl="1" rtl="0">
              <a:spcBef>
                <a:spcPts val="1000"/>
              </a:spcBef>
              <a:spcAft>
                <a:spcPts val="0"/>
              </a:spcAft>
              <a:buSzPts val="1200"/>
              <a:buNone/>
              <a:defRPr/>
            </a:lvl2pPr>
            <a:lvl3pPr lvl="2" rtl="0">
              <a:spcBef>
                <a:spcPts val="1000"/>
              </a:spcBef>
              <a:spcAft>
                <a:spcPts val="0"/>
              </a:spcAft>
              <a:buSzPts val="1000"/>
              <a:buNone/>
              <a:defRPr/>
            </a:lvl3pPr>
            <a:lvl4pPr lvl="3" rtl="0">
              <a:spcBef>
                <a:spcPts val="1000"/>
              </a:spcBef>
              <a:spcAft>
                <a:spcPts val="0"/>
              </a:spcAft>
              <a:buSzPts val="1000"/>
              <a:buNone/>
              <a:defRPr/>
            </a:lvl4pPr>
            <a:lvl5pPr lvl="4" rtl="0">
              <a:spcBef>
                <a:spcPts val="1000"/>
              </a:spcBef>
              <a:spcAft>
                <a:spcPts val="0"/>
              </a:spcAft>
              <a:buSzPts val="1000"/>
              <a:buNone/>
              <a:defRPr/>
            </a:lvl5pPr>
            <a:lvl6pPr lvl="5" rtl="0">
              <a:spcBef>
                <a:spcPts val="1000"/>
              </a:spcBef>
              <a:spcAft>
                <a:spcPts val="0"/>
              </a:spcAft>
              <a:buSzPts val="1000"/>
              <a:buNone/>
              <a:defRPr/>
            </a:lvl6pPr>
            <a:lvl7pPr lvl="6" rtl="0">
              <a:spcBef>
                <a:spcPts val="1000"/>
              </a:spcBef>
              <a:spcAft>
                <a:spcPts val="0"/>
              </a:spcAft>
              <a:buSzPts val="1000"/>
              <a:buNone/>
              <a:defRPr/>
            </a:lvl7pPr>
            <a:lvl8pPr lvl="7" rtl="0">
              <a:spcBef>
                <a:spcPts val="1000"/>
              </a:spcBef>
              <a:spcAft>
                <a:spcPts val="0"/>
              </a:spcAft>
              <a:buSzPts val="1000"/>
              <a:buNone/>
              <a:defRPr/>
            </a:lvl8pPr>
            <a:lvl9pPr lvl="8" rtl="0">
              <a:spcBef>
                <a:spcPts val="1000"/>
              </a:spcBef>
              <a:spcAft>
                <a:spcPts val="1000"/>
              </a:spcAft>
              <a:buSzPts val="1000"/>
              <a:buNone/>
              <a:defRPr/>
            </a:lvl9pPr>
          </a:lstStyle>
          <a:p>
            <a:endParaRPr/>
          </a:p>
        </p:txBody>
      </p:sp>
      <p:sp>
        <p:nvSpPr>
          <p:cNvPr id="165" name="Google Shape;165;p32"/>
          <p:cNvSpPr txBox="1">
            <a:spLocks noGrp="1"/>
          </p:cNvSpPr>
          <p:nvPr>
            <p:ph type="body" idx="7"/>
          </p:nvPr>
        </p:nvSpPr>
        <p:spPr>
          <a:xfrm>
            <a:off x="3314406" y="2545748"/>
            <a:ext cx="3936000" cy="536700"/>
          </a:xfrm>
          <a:prstGeom prst="rect">
            <a:avLst/>
          </a:prstGeom>
        </p:spPr>
        <p:txBody>
          <a:bodyPr spcFirstLastPara="1" wrap="square" lIns="0" tIns="0" rIns="0" bIns="0" anchor="t" anchorCtr="0">
            <a:noAutofit/>
          </a:bodyPr>
          <a:lstStyle>
            <a:lvl1pPr marL="457200" lvl="0" indent="-304800" rtl="0">
              <a:spcBef>
                <a:spcPts val="0"/>
              </a:spcBef>
              <a:spcAft>
                <a:spcPts val="0"/>
              </a:spcAft>
              <a:buClr>
                <a:schemeClr val="accent1"/>
              </a:buClr>
              <a:buSzPts val="1200"/>
              <a:buChar char="●"/>
              <a:defRPr sz="1200"/>
            </a:lvl1pPr>
            <a:lvl2pPr marL="914400" lvl="1" indent="-304800" rtl="0">
              <a:spcBef>
                <a:spcPts val="0"/>
              </a:spcBef>
              <a:spcAft>
                <a:spcPts val="0"/>
              </a:spcAft>
              <a:buSzPts val="1200"/>
              <a:buChar char="○"/>
              <a:defRPr/>
            </a:lvl2pPr>
            <a:lvl3pPr marL="1371600" lvl="2" indent="-292100" rtl="0">
              <a:spcBef>
                <a:spcPts val="1000"/>
              </a:spcBef>
              <a:spcAft>
                <a:spcPts val="0"/>
              </a:spcAft>
              <a:buSzPts val="1000"/>
              <a:buChar char="■"/>
              <a:defRPr/>
            </a:lvl3pPr>
            <a:lvl4pPr marL="1828800" lvl="3" indent="-292100" rtl="0">
              <a:spcBef>
                <a:spcPts val="1000"/>
              </a:spcBef>
              <a:spcAft>
                <a:spcPts val="0"/>
              </a:spcAft>
              <a:buSzPts val="1000"/>
              <a:buChar char="●"/>
              <a:defRPr/>
            </a:lvl4pPr>
            <a:lvl5pPr marL="2286000" lvl="4" indent="-292100" rtl="0">
              <a:spcBef>
                <a:spcPts val="1000"/>
              </a:spcBef>
              <a:spcAft>
                <a:spcPts val="0"/>
              </a:spcAft>
              <a:buSzPts val="1000"/>
              <a:buChar char="○"/>
              <a:defRPr/>
            </a:lvl5pPr>
            <a:lvl6pPr marL="2743200" lvl="5" indent="-292100" rtl="0">
              <a:spcBef>
                <a:spcPts val="1000"/>
              </a:spcBef>
              <a:spcAft>
                <a:spcPts val="0"/>
              </a:spcAft>
              <a:buSzPts val="1000"/>
              <a:buChar char="■"/>
              <a:defRPr/>
            </a:lvl6pPr>
            <a:lvl7pPr marL="3200400" lvl="6" indent="-292100" rtl="0">
              <a:spcBef>
                <a:spcPts val="1000"/>
              </a:spcBef>
              <a:spcAft>
                <a:spcPts val="0"/>
              </a:spcAft>
              <a:buSzPts val="1000"/>
              <a:buChar char="●"/>
              <a:defRPr/>
            </a:lvl7pPr>
            <a:lvl8pPr marL="3657600" lvl="7" indent="-292100" rtl="0">
              <a:spcBef>
                <a:spcPts val="1000"/>
              </a:spcBef>
              <a:spcAft>
                <a:spcPts val="0"/>
              </a:spcAft>
              <a:buSzPts val="1000"/>
              <a:buChar char="○"/>
              <a:defRPr/>
            </a:lvl8pPr>
            <a:lvl9pPr marL="4114800" lvl="8" indent="-292100" rtl="0">
              <a:spcBef>
                <a:spcPts val="1000"/>
              </a:spcBef>
              <a:spcAft>
                <a:spcPts val="1000"/>
              </a:spcAft>
              <a:buSzPts val="1000"/>
              <a:buChar char="■"/>
              <a:defRPr/>
            </a:lvl9pPr>
          </a:lstStyle>
          <a:p>
            <a:endParaRPr/>
          </a:p>
        </p:txBody>
      </p:sp>
      <p:sp>
        <p:nvSpPr>
          <p:cNvPr id="166" name="Google Shape;166;p32"/>
          <p:cNvSpPr txBox="1">
            <a:spLocks noGrp="1"/>
          </p:cNvSpPr>
          <p:nvPr>
            <p:ph type="subTitle" idx="8"/>
          </p:nvPr>
        </p:nvSpPr>
        <p:spPr>
          <a:xfrm>
            <a:off x="1301106" y="3305922"/>
            <a:ext cx="1951500" cy="536700"/>
          </a:xfrm>
          <a:prstGeom prst="rect">
            <a:avLst/>
          </a:prstGeom>
        </p:spPr>
        <p:txBody>
          <a:bodyPr spcFirstLastPara="1" wrap="square" lIns="0" tIns="0" rIns="0" bIns="0" anchor="t" anchorCtr="0">
            <a:noAutofit/>
          </a:bodyPr>
          <a:lstStyle>
            <a:lvl1pPr lvl="0" rtl="0">
              <a:spcBef>
                <a:spcPts val="0"/>
              </a:spcBef>
              <a:spcAft>
                <a:spcPts val="0"/>
              </a:spcAft>
              <a:buSzPts val="1200"/>
              <a:buNone/>
              <a:defRPr sz="1200" b="1">
                <a:solidFill>
                  <a:schemeClr val="accent4"/>
                </a:solidFill>
              </a:defRPr>
            </a:lvl1pPr>
            <a:lvl2pPr lvl="1" rtl="0">
              <a:spcBef>
                <a:spcPts val="1000"/>
              </a:spcBef>
              <a:spcAft>
                <a:spcPts val="0"/>
              </a:spcAft>
              <a:buSzPts val="1200"/>
              <a:buNone/>
              <a:defRPr/>
            </a:lvl2pPr>
            <a:lvl3pPr lvl="2" rtl="0">
              <a:spcBef>
                <a:spcPts val="1000"/>
              </a:spcBef>
              <a:spcAft>
                <a:spcPts val="0"/>
              </a:spcAft>
              <a:buSzPts val="1000"/>
              <a:buNone/>
              <a:defRPr/>
            </a:lvl3pPr>
            <a:lvl4pPr lvl="3" rtl="0">
              <a:spcBef>
                <a:spcPts val="1000"/>
              </a:spcBef>
              <a:spcAft>
                <a:spcPts val="0"/>
              </a:spcAft>
              <a:buSzPts val="1000"/>
              <a:buNone/>
              <a:defRPr/>
            </a:lvl4pPr>
            <a:lvl5pPr lvl="4" rtl="0">
              <a:spcBef>
                <a:spcPts val="1000"/>
              </a:spcBef>
              <a:spcAft>
                <a:spcPts val="0"/>
              </a:spcAft>
              <a:buSzPts val="1000"/>
              <a:buNone/>
              <a:defRPr/>
            </a:lvl5pPr>
            <a:lvl6pPr lvl="5" rtl="0">
              <a:spcBef>
                <a:spcPts val="1000"/>
              </a:spcBef>
              <a:spcAft>
                <a:spcPts val="0"/>
              </a:spcAft>
              <a:buSzPts val="1000"/>
              <a:buNone/>
              <a:defRPr/>
            </a:lvl6pPr>
            <a:lvl7pPr lvl="6" rtl="0">
              <a:spcBef>
                <a:spcPts val="1000"/>
              </a:spcBef>
              <a:spcAft>
                <a:spcPts val="0"/>
              </a:spcAft>
              <a:buSzPts val="1000"/>
              <a:buNone/>
              <a:defRPr/>
            </a:lvl7pPr>
            <a:lvl8pPr lvl="7" rtl="0">
              <a:spcBef>
                <a:spcPts val="1000"/>
              </a:spcBef>
              <a:spcAft>
                <a:spcPts val="0"/>
              </a:spcAft>
              <a:buSzPts val="1000"/>
              <a:buNone/>
              <a:defRPr/>
            </a:lvl8pPr>
            <a:lvl9pPr lvl="8" rtl="0">
              <a:spcBef>
                <a:spcPts val="1000"/>
              </a:spcBef>
              <a:spcAft>
                <a:spcPts val="1000"/>
              </a:spcAft>
              <a:buSzPts val="10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Agenda 3  1">
  <p:cSld name="CUSTOM_6_1_1">
    <p:bg>
      <p:bgPr>
        <a:solidFill>
          <a:schemeClr val="lt2"/>
        </a:solidFill>
        <a:effectLst/>
      </p:bgPr>
    </p:bg>
    <p:spTree>
      <p:nvGrpSpPr>
        <p:cNvPr id="1" name="Shape 167"/>
        <p:cNvGrpSpPr/>
        <p:nvPr/>
      </p:nvGrpSpPr>
      <p:grpSpPr>
        <a:xfrm>
          <a:off x="0" y="0"/>
          <a:ext cx="0" cy="0"/>
          <a:chOff x="0" y="0"/>
          <a:chExt cx="0" cy="0"/>
        </a:xfrm>
      </p:grpSpPr>
      <p:sp>
        <p:nvSpPr>
          <p:cNvPr id="168" name="Google Shape;168;p33"/>
          <p:cNvSpPr txBox="1">
            <a:spLocks noGrp="1"/>
          </p:cNvSpPr>
          <p:nvPr>
            <p:ph type="title"/>
          </p:nvPr>
        </p:nvSpPr>
        <p:spPr>
          <a:xfrm>
            <a:off x="607200" y="1026550"/>
            <a:ext cx="3936000" cy="536700"/>
          </a:xfrm>
          <a:prstGeom prst="rect">
            <a:avLst/>
          </a:prstGeom>
        </p:spPr>
        <p:txBody>
          <a:bodyPr spcFirstLastPara="1" wrap="square" lIns="0" tIns="0" rIns="0" bIns="0" anchor="ctr" anchorCtr="0">
            <a:noAutofit/>
          </a:bodyPr>
          <a:lstStyle>
            <a:lvl1pPr lvl="0" rtl="0">
              <a:spcBef>
                <a:spcPts val="0"/>
              </a:spcBef>
              <a:spcAft>
                <a:spcPts val="0"/>
              </a:spcAft>
              <a:buSzPts val="1800"/>
              <a:buAutoNum type="arabicPeriod"/>
              <a:defRPr sz="1800" b="1">
                <a:solidFill>
                  <a:schemeClr val="lt1"/>
                </a:solidFill>
              </a:defRPr>
            </a:lvl1pPr>
            <a:lvl2pPr lvl="1" rtl="0">
              <a:spcBef>
                <a:spcPts val="0"/>
              </a:spcBef>
              <a:spcAft>
                <a:spcPts val="0"/>
              </a:spcAft>
              <a:buSzPts val="1800"/>
              <a:buAutoNum type="alphaLcPeriod"/>
              <a:defRPr/>
            </a:lvl2pPr>
            <a:lvl3pPr lvl="2" rtl="0">
              <a:spcBef>
                <a:spcPts val="0"/>
              </a:spcBef>
              <a:spcAft>
                <a:spcPts val="0"/>
              </a:spcAft>
              <a:buSzPts val="1800"/>
              <a:buAutoNum type="romanLcPeriod"/>
              <a:defRPr/>
            </a:lvl3pPr>
            <a:lvl4pPr lvl="3" rtl="0">
              <a:spcBef>
                <a:spcPts val="0"/>
              </a:spcBef>
              <a:spcAft>
                <a:spcPts val="0"/>
              </a:spcAft>
              <a:buSzPts val="1800"/>
              <a:buAutoNum type="arabicPeriod"/>
              <a:defRPr/>
            </a:lvl4pPr>
            <a:lvl5pPr lvl="4" rtl="0">
              <a:spcBef>
                <a:spcPts val="0"/>
              </a:spcBef>
              <a:spcAft>
                <a:spcPts val="0"/>
              </a:spcAft>
              <a:buSzPts val="1800"/>
              <a:buAutoNum type="alphaLcPeriod"/>
              <a:defRPr/>
            </a:lvl5pPr>
            <a:lvl6pPr lvl="5" rtl="0">
              <a:spcBef>
                <a:spcPts val="0"/>
              </a:spcBef>
              <a:spcAft>
                <a:spcPts val="0"/>
              </a:spcAft>
              <a:buSzPts val="1800"/>
              <a:buAutoNum type="romanLcPeriod"/>
              <a:defRPr/>
            </a:lvl6pPr>
            <a:lvl7pPr lvl="6" rtl="0">
              <a:spcBef>
                <a:spcPts val="0"/>
              </a:spcBef>
              <a:spcAft>
                <a:spcPts val="0"/>
              </a:spcAft>
              <a:buSzPts val="1800"/>
              <a:buAutoNum type="arabicPeriod"/>
              <a:defRPr/>
            </a:lvl7pPr>
            <a:lvl8pPr lvl="7" rtl="0">
              <a:spcBef>
                <a:spcPts val="0"/>
              </a:spcBef>
              <a:spcAft>
                <a:spcPts val="0"/>
              </a:spcAft>
              <a:buSzPts val="1800"/>
              <a:buAutoNum type="alphaLcPeriod"/>
              <a:defRPr/>
            </a:lvl8pPr>
            <a:lvl9pPr lvl="8" rtl="0">
              <a:spcBef>
                <a:spcPts val="0"/>
              </a:spcBef>
              <a:spcAft>
                <a:spcPts val="0"/>
              </a:spcAft>
              <a:buSzPts val="1800"/>
              <a:buAutoNum type="romanLcPeriod"/>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Agenda 3 ">
  <p:cSld name="CUSTOM_6_1_2">
    <p:bg>
      <p:bgPr>
        <a:solidFill>
          <a:schemeClr val="lt2"/>
        </a:solidFill>
        <a:effectLst/>
      </p:bgPr>
    </p:bg>
    <p:spTree>
      <p:nvGrpSpPr>
        <p:cNvPr id="1" name="Shape 169"/>
        <p:cNvGrpSpPr/>
        <p:nvPr/>
      </p:nvGrpSpPr>
      <p:grpSpPr>
        <a:xfrm>
          <a:off x="0" y="0"/>
          <a:ext cx="0" cy="0"/>
          <a:chOff x="0" y="0"/>
          <a:chExt cx="0" cy="0"/>
        </a:xfrm>
      </p:grpSpPr>
      <p:sp>
        <p:nvSpPr>
          <p:cNvPr id="170" name="Google Shape;170;p34"/>
          <p:cNvSpPr txBox="1">
            <a:spLocks noGrp="1"/>
          </p:cNvSpPr>
          <p:nvPr>
            <p:ph type="title"/>
          </p:nvPr>
        </p:nvSpPr>
        <p:spPr>
          <a:xfrm>
            <a:off x="607200" y="1026550"/>
            <a:ext cx="3936000" cy="536700"/>
          </a:xfrm>
          <a:prstGeom prst="rect">
            <a:avLst/>
          </a:prstGeom>
        </p:spPr>
        <p:txBody>
          <a:bodyPr spcFirstLastPara="1" wrap="square" lIns="0" tIns="0" rIns="0" bIns="0" anchor="ctr" anchorCtr="0">
            <a:noAutofit/>
          </a:bodyPr>
          <a:lstStyle>
            <a:lvl1pPr lvl="0" rtl="0">
              <a:spcBef>
                <a:spcPts val="0"/>
              </a:spcBef>
              <a:spcAft>
                <a:spcPts val="0"/>
              </a:spcAft>
              <a:buSzPts val="1800"/>
              <a:buAutoNum type="arabicPeriod"/>
              <a:defRPr sz="1800" b="1">
                <a:solidFill>
                  <a:schemeClr val="lt1"/>
                </a:solidFill>
              </a:defRPr>
            </a:lvl1pPr>
            <a:lvl2pPr lvl="1" rtl="0">
              <a:spcBef>
                <a:spcPts val="0"/>
              </a:spcBef>
              <a:spcAft>
                <a:spcPts val="0"/>
              </a:spcAft>
              <a:buSzPts val="1800"/>
              <a:buAutoNum type="alphaLcPeriod"/>
              <a:defRPr/>
            </a:lvl2pPr>
            <a:lvl3pPr lvl="2" rtl="0">
              <a:spcBef>
                <a:spcPts val="0"/>
              </a:spcBef>
              <a:spcAft>
                <a:spcPts val="0"/>
              </a:spcAft>
              <a:buSzPts val="1800"/>
              <a:buAutoNum type="romanLcPeriod"/>
              <a:defRPr/>
            </a:lvl3pPr>
            <a:lvl4pPr lvl="3" rtl="0">
              <a:spcBef>
                <a:spcPts val="0"/>
              </a:spcBef>
              <a:spcAft>
                <a:spcPts val="0"/>
              </a:spcAft>
              <a:buSzPts val="1800"/>
              <a:buAutoNum type="arabicPeriod"/>
              <a:defRPr/>
            </a:lvl4pPr>
            <a:lvl5pPr lvl="4" rtl="0">
              <a:spcBef>
                <a:spcPts val="0"/>
              </a:spcBef>
              <a:spcAft>
                <a:spcPts val="0"/>
              </a:spcAft>
              <a:buSzPts val="1800"/>
              <a:buAutoNum type="alphaLcPeriod"/>
              <a:defRPr/>
            </a:lvl5pPr>
            <a:lvl6pPr lvl="5" rtl="0">
              <a:spcBef>
                <a:spcPts val="0"/>
              </a:spcBef>
              <a:spcAft>
                <a:spcPts val="0"/>
              </a:spcAft>
              <a:buSzPts val="1800"/>
              <a:buAutoNum type="romanLcPeriod"/>
              <a:defRPr/>
            </a:lvl6pPr>
            <a:lvl7pPr lvl="6" rtl="0">
              <a:spcBef>
                <a:spcPts val="0"/>
              </a:spcBef>
              <a:spcAft>
                <a:spcPts val="0"/>
              </a:spcAft>
              <a:buSzPts val="1800"/>
              <a:buAutoNum type="arabicPeriod"/>
              <a:defRPr/>
            </a:lvl7pPr>
            <a:lvl8pPr lvl="7" rtl="0">
              <a:spcBef>
                <a:spcPts val="0"/>
              </a:spcBef>
              <a:spcAft>
                <a:spcPts val="0"/>
              </a:spcAft>
              <a:buSzPts val="1800"/>
              <a:buAutoNum type="alphaLcPeriod"/>
              <a:defRPr/>
            </a:lvl8pPr>
            <a:lvl9pPr lvl="8" rtl="0">
              <a:spcBef>
                <a:spcPts val="0"/>
              </a:spcBef>
              <a:spcAft>
                <a:spcPts val="0"/>
              </a:spcAft>
              <a:buSzPts val="1800"/>
              <a:buAutoNum type="romanLcPeriod"/>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ver" type="title">
  <p:cSld name="TITLE">
    <p:bg>
      <p:bgPr>
        <a:solidFill>
          <a:schemeClr val="lt2"/>
        </a:solidFill>
        <a:effectLst/>
      </p:bgPr>
    </p:bg>
    <p:spTree>
      <p:nvGrpSpPr>
        <p:cNvPr id="1" name="Shape 332"/>
        <p:cNvGrpSpPr/>
        <p:nvPr/>
      </p:nvGrpSpPr>
      <p:grpSpPr>
        <a:xfrm>
          <a:off x="0" y="0"/>
          <a:ext cx="0" cy="0"/>
          <a:chOff x="0" y="0"/>
          <a:chExt cx="0" cy="0"/>
        </a:xfrm>
      </p:grpSpPr>
      <p:sp>
        <p:nvSpPr>
          <p:cNvPr id="333" name="Google Shape;333;p71"/>
          <p:cNvSpPr txBox="1">
            <a:spLocks noGrp="1"/>
          </p:cNvSpPr>
          <p:nvPr>
            <p:ph type="ctrTitle"/>
          </p:nvPr>
        </p:nvSpPr>
        <p:spPr>
          <a:xfrm>
            <a:off x="1371550" y="2105100"/>
            <a:ext cx="6400800" cy="1253700"/>
          </a:xfrm>
          <a:prstGeom prst="rect">
            <a:avLst/>
          </a:prstGeom>
        </p:spPr>
        <p:txBody>
          <a:bodyPr spcFirstLastPara="1" wrap="square" lIns="0" tIns="0" rIns="0" bIns="0" anchor="ctr" anchorCtr="0">
            <a:spAutoFit/>
          </a:bodyPr>
          <a:lstStyle>
            <a:lvl1pPr lvl="0">
              <a:lnSpc>
                <a:spcPct val="100000"/>
              </a:lnSpc>
              <a:spcBef>
                <a:spcPts val="1000"/>
              </a:spcBef>
              <a:spcAft>
                <a:spcPts val="0"/>
              </a:spcAft>
              <a:buClr>
                <a:schemeClr val="lt1"/>
              </a:buClr>
              <a:buSzPts val="4000"/>
              <a:buNone/>
              <a:defRPr sz="4000" b="1">
                <a:solidFill>
                  <a:schemeClr val="lt1"/>
                </a:solidFill>
              </a:defRPr>
            </a:lvl1pPr>
            <a:lvl2pPr lvl="1">
              <a:lnSpc>
                <a:spcPct val="100000"/>
              </a:lnSpc>
              <a:spcBef>
                <a:spcPts val="0"/>
              </a:spcBef>
              <a:spcAft>
                <a:spcPts val="0"/>
              </a:spcAft>
              <a:buClr>
                <a:schemeClr val="lt1"/>
              </a:buClr>
              <a:buSzPts val="4000"/>
              <a:buNone/>
              <a:defRPr sz="4000">
                <a:solidFill>
                  <a:schemeClr val="lt1"/>
                </a:solidFill>
              </a:defRPr>
            </a:lvl2pPr>
            <a:lvl3pPr lvl="2">
              <a:lnSpc>
                <a:spcPct val="100000"/>
              </a:lnSpc>
              <a:spcBef>
                <a:spcPts val="0"/>
              </a:spcBef>
              <a:spcAft>
                <a:spcPts val="0"/>
              </a:spcAft>
              <a:buClr>
                <a:schemeClr val="lt1"/>
              </a:buClr>
              <a:buSzPts val="4000"/>
              <a:buNone/>
              <a:defRPr sz="4000">
                <a:solidFill>
                  <a:schemeClr val="lt1"/>
                </a:solidFill>
              </a:defRPr>
            </a:lvl3pPr>
            <a:lvl4pPr lvl="3">
              <a:lnSpc>
                <a:spcPct val="100000"/>
              </a:lnSpc>
              <a:spcBef>
                <a:spcPts val="0"/>
              </a:spcBef>
              <a:spcAft>
                <a:spcPts val="0"/>
              </a:spcAft>
              <a:buClr>
                <a:schemeClr val="lt1"/>
              </a:buClr>
              <a:buSzPts val="4000"/>
              <a:buNone/>
              <a:defRPr sz="4000">
                <a:solidFill>
                  <a:schemeClr val="lt1"/>
                </a:solidFill>
              </a:defRPr>
            </a:lvl4pPr>
            <a:lvl5pPr lvl="4">
              <a:lnSpc>
                <a:spcPct val="100000"/>
              </a:lnSpc>
              <a:spcBef>
                <a:spcPts val="0"/>
              </a:spcBef>
              <a:spcAft>
                <a:spcPts val="0"/>
              </a:spcAft>
              <a:buClr>
                <a:schemeClr val="lt1"/>
              </a:buClr>
              <a:buSzPts val="4000"/>
              <a:buNone/>
              <a:defRPr sz="4000">
                <a:solidFill>
                  <a:schemeClr val="lt1"/>
                </a:solidFill>
              </a:defRPr>
            </a:lvl5pPr>
            <a:lvl6pPr lvl="5">
              <a:lnSpc>
                <a:spcPct val="100000"/>
              </a:lnSpc>
              <a:spcBef>
                <a:spcPts val="0"/>
              </a:spcBef>
              <a:spcAft>
                <a:spcPts val="0"/>
              </a:spcAft>
              <a:buClr>
                <a:schemeClr val="lt1"/>
              </a:buClr>
              <a:buSzPts val="4000"/>
              <a:buNone/>
              <a:defRPr sz="4000">
                <a:solidFill>
                  <a:schemeClr val="lt1"/>
                </a:solidFill>
              </a:defRPr>
            </a:lvl6pPr>
            <a:lvl7pPr lvl="6">
              <a:lnSpc>
                <a:spcPct val="100000"/>
              </a:lnSpc>
              <a:spcBef>
                <a:spcPts val="0"/>
              </a:spcBef>
              <a:spcAft>
                <a:spcPts val="0"/>
              </a:spcAft>
              <a:buClr>
                <a:schemeClr val="lt1"/>
              </a:buClr>
              <a:buSzPts val="4000"/>
              <a:buNone/>
              <a:defRPr sz="4000">
                <a:solidFill>
                  <a:schemeClr val="lt1"/>
                </a:solidFill>
              </a:defRPr>
            </a:lvl7pPr>
            <a:lvl8pPr lvl="7">
              <a:lnSpc>
                <a:spcPct val="100000"/>
              </a:lnSpc>
              <a:spcBef>
                <a:spcPts val="0"/>
              </a:spcBef>
              <a:spcAft>
                <a:spcPts val="0"/>
              </a:spcAft>
              <a:buClr>
                <a:schemeClr val="lt1"/>
              </a:buClr>
              <a:buSzPts val="4000"/>
              <a:buNone/>
              <a:defRPr sz="4000">
                <a:solidFill>
                  <a:schemeClr val="lt1"/>
                </a:solidFill>
              </a:defRPr>
            </a:lvl8pPr>
            <a:lvl9pPr lvl="8">
              <a:lnSpc>
                <a:spcPct val="100000"/>
              </a:lnSpc>
              <a:spcBef>
                <a:spcPts val="0"/>
              </a:spcBef>
              <a:spcAft>
                <a:spcPts val="0"/>
              </a:spcAft>
              <a:buClr>
                <a:schemeClr val="lt1"/>
              </a:buClr>
              <a:buSzPts val="4000"/>
              <a:buNone/>
              <a:defRPr sz="4000">
                <a:solidFill>
                  <a:schemeClr val="lt1"/>
                </a:solidFill>
              </a:defRPr>
            </a:lvl9pPr>
          </a:lstStyle>
          <a:p>
            <a:endParaRPr/>
          </a:p>
        </p:txBody>
      </p:sp>
      <p:sp>
        <p:nvSpPr>
          <p:cNvPr id="334" name="Google Shape;334;p71"/>
          <p:cNvSpPr txBox="1">
            <a:spLocks noGrp="1"/>
          </p:cNvSpPr>
          <p:nvPr>
            <p:ph type="subTitle" idx="1"/>
          </p:nvPr>
        </p:nvSpPr>
        <p:spPr>
          <a:xfrm>
            <a:off x="1371600" y="1714500"/>
            <a:ext cx="6400800" cy="390600"/>
          </a:xfrm>
          <a:prstGeom prst="rect">
            <a:avLst/>
          </a:prstGeom>
        </p:spPr>
        <p:txBody>
          <a:bodyPr spcFirstLastPara="1" wrap="square" lIns="0" tIns="0" rIns="0" bIns="0" anchor="ctr" anchorCtr="0">
            <a:noAutofit/>
          </a:bodyPr>
          <a:lstStyle>
            <a:lvl1pPr lv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1pPr>
            <a:lvl2pPr lvl="1">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2pPr>
            <a:lvl3pPr lvl="2">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3pPr>
            <a:lvl4pPr lvl="3">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4pPr>
            <a:lvl5pPr lvl="4">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5pPr>
            <a:lvl6pPr lvl="5">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6pPr>
            <a:lvl7pPr lvl="6">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7pPr>
            <a:lvl8pPr lvl="7">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8pPr>
            <a:lvl9pPr lvl="8">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9pPr>
          </a:lstStyle>
          <a:p>
            <a:endParaRPr/>
          </a:p>
        </p:txBody>
      </p:sp>
      <p:sp>
        <p:nvSpPr>
          <p:cNvPr id="335" name="Google Shape;335;p71"/>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pic>
        <p:nvPicPr>
          <p:cNvPr id="336" name="Google Shape;336;p71"/>
          <p:cNvPicPr preferRelativeResize="0"/>
          <p:nvPr/>
        </p:nvPicPr>
        <p:blipFill rotWithShape="1">
          <a:blip r:embed="rId2">
            <a:alphaModFix/>
          </a:blip>
          <a:srcRect r="83757"/>
          <a:stretch/>
        </p:blipFill>
        <p:spPr>
          <a:xfrm>
            <a:off x="8378792" y="571500"/>
            <a:ext cx="222649" cy="237100"/>
          </a:xfrm>
          <a:prstGeom prst="rect">
            <a:avLst/>
          </a:prstGeom>
          <a:noFill/>
          <a:ln>
            <a:noFill/>
          </a:ln>
        </p:spPr>
      </p:pic>
    </p:spTree>
  </p:cSld>
  <p:clrMapOvr>
    <a:masterClrMapping/>
  </p:clrMapOvr>
  <p:extLst>
    <p:ext uri="{DCECCB84-F9BA-43D5-87BE-67443E8EF086}">
      <p15:sldGuideLst xmlns:p15="http://schemas.microsoft.com/office/powerpoint/2012/main">
        <p15:guide id="1" pos="864">
          <p15:clr>
            <a:srgbClr val="E46962"/>
          </p15:clr>
        </p15:guide>
        <p15:guide id="2" pos="4896">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raining Agenda">
  <p:cSld name="CUSTOM_5_1">
    <p:spTree>
      <p:nvGrpSpPr>
        <p:cNvPr id="1" name="Shape 337"/>
        <p:cNvGrpSpPr/>
        <p:nvPr/>
      </p:nvGrpSpPr>
      <p:grpSpPr>
        <a:xfrm>
          <a:off x="0" y="0"/>
          <a:ext cx="0" cy="0"/>
          <a:chOff x="0" y="0"/>
          <a:chExt cx="0" cy="0"/>
        </a:xfrm>
      </p:grpSpPr>
      <p:sp>
        <p:nvSpPr>
          <p:cNvPr id="338" name="Google Shape;338;p72"/>
          <p:cNvSpPr txBox="1">
            <a:spLocks noGrp="1"/>
          </p:cNvSpPr>
          <p:nvPr>
            <p:ph type="title"/>
          </p:nvPr>
        </p:nvSpPr>
        <p:spPr>
          <a:xfrm>
            <a:off x="571500" y="800102"/>
            <a:ext cx="4000500" cy="5706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39" name="Google Shape;339;p72"/>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orient="horz" pos="863">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odule index">
  <p:cSld name="CUSTOM_6_1">
    <p:bg>
      <p:bgPr>
        <a:solidFill>
          <a:schemeClr val="dk1"/>
        </a:solidFill>
        <a:effectLst/>
      </p:bgPr>
    </p:bg>
    <p:spTree>
      <p:nvGrpSpPr>
        <p:cNvPr id="1" name="Shape 340"/>
        <p:cNvGrpSpPr/>
        <p:nvPr/>
      </p:nvGrpSpPr>
      <p:grpSpPr>
        <a:xfrm>
          <a:off x="0" y="0"/>
          <a:ext cx="0" cy="0"/>
          <a:chOff x="0" y="0"/>
          <a:chExt cx="0" cy="0"/>
        </a:xfrm>
      </p:grpSpPr>
      <p:sp>
        <p:nvSpPr>
          <p:cNvPr id="341" name="Google Shape;341;p73"/>
          <p:cNvSpPr txBox="1">
            <a:spLocks noGrp="1"/>
          </p:cNvSpPr>
          <p:nvPr>
            <p:ph type="title"/>
          </p:nvPr>
        </p:nvSpPr>
        <p:spPr>
          <a:xfrm>
            <a:off x="571500" y="800102"/>
            <a:ext cx="4000500" cy="5706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800"/>
              <a:buNone/>
              <a:defRPr b="1">
                <a:solidFill>
                  <a:schemeClr val="lt1"/>
                </a:solidFill>
              </a:defRPr>
            </a:lvl1pPr>
            <a:lvl2pPr lvl="1">
              <a:spcBef>
                <a:spcPts val="0"/>
              </a:spcBef>
              <a:spcAft>
                <a:spcPts val="0"/>
              </a:spcAft>
              <a:buClr>
                <a:schemeClr val="lt1"/>
              </a:buClr>
              <a:buSzPts val="1800"/>
              <a:buNone/>
              <a:defRPr>
                <a:solidFill>
                  <a:schemeClr val="lt1"/>
                </a:solidFill>
              </a:defRPr>
            </a:lvl2pPr>
            <a:lvl3pPr lvl="2">
              <a:spcBef>
                <a:spcPts val="0"/>
              </a:spcBef>
              <a:spcAft>
                <a:spcPts val="0"/>
              </a:spcAft>
              <a:buClr>
                <a:schemeClr val="lt1"/>
              </a:buClr>
              <a:buSzPts val="1800"/>
              <a:buNone/>
              <a:defRPr>
                <a:solidFill>
                  <a:schemeClr val="lt1"/>
                </a:solidFill>
              </a:defRPr>
            </a:lvl3pPr>
            <a:lvl4pPr lvl="3">
              <a:spcBef>
                <a:spcPts val="0"/>
              </a:spcBef>
              <a:spcAft>
                <a:spcPts val="0"/>
              </a:spcAft>
              <a:buClr>
                <a:schemeClr val="lt1"/>
              </a:buClr>
              <a:buSzPts val="1800"/>
              <a:buNone/>
              <a:defRPr>
                <a:solidFill>
                  <a:schemeClr val="lt1"/>
                </a:solidFill>
              </a:defRPr>
            </a:lvl4pPr>
            <a:lvl5pPr lvl="4">
              <a:spcBef>
                <a:spcPts val="0"/>
              </a:spcBef>
              <a:spcAft>
                <a:spcPts val="0"/>
              </a:spcAft>
              <a:buClr>
                <a:schemeClr val="lt1"/>
              </a:buClr>
              <a:buSzPts val="1800"/>
              <a:buNone/>
              <a:defRPr>
                <a:solidFill>
                  <a:schemeClr val="lt1"/>
                </a:solidFill>
              </a:defRPr>
            </a:lvl5pPr>
            <a:lvl6pPr lvl="5">
              <a:spcBef>
                <a:spcPts val="0"/>
              </a:spcBef>
              <a:spcAft>
                <a:spcPts val="0"/>
              </a:spcAft>
              <a:buClr>
                <a:schemeClr val="lt1"/>
              </a:buClr>
              <a:buSzPts val="1800"/>
              <a:buNone/>
              <a:defRPr>
                <a:solidFill>
                  <a:schemeClr val="lt1"/>
                </a:solidFill>
              </a:defRPr>
            </a:lvl6pPr>
            <a:lvl7pPr lvl="6">
              <a:spcBef>
                <a:spcPts val="0"/>
              </a:spcBef>
              <a:spcAft>
                <a:spcPts val="0"/>
              </a:spcAft>
              <a:buClr>
                <a:schemeClr val="lt1"/>
              </a:buClr>
              <a:buSzPts val="1800"/>
              <a:buNone/>
              <a:defRPr>
                <a:solidFill>
                  <a:schemeClr val="lt1"/>
                </a:solidFill>
              </a:defRPr>
            </a:lvl7pPr>
            <a:lvl8pPr lvl="7">
              <a:spcBef>
                <a:spcPts val="0"/>
              </a:spcBef>
              <a:spcAft>
                <a:spcPts val="0"/>
              </a:spcAft>
              <a:buClr>
                <a:schemeClr val="lt1"/>
              </a:buClr>
              <a:buSzPts val="1800"/>
              <a:buNone/>
              <a:defRPr>
                <a:solidFill>
                  <a:schemeClr val="lt1"/>
                </a:solidFill>
              </a:defRPr>
            </a:lvl8pPr>
            <a:lvl9pPr lvl="8">
              <a:spcBef>
                <a:spcPts val="0"/>
              </a:spcBef>
              <a:spcAft>
                <a:spcPts val="0"/>
              </a:spcAft>
              <a:buClr>
                <a:schemeClr val="lt1"/>
              </a:buClr>
              <a:buSzPts val="1800"/>
              <a:buNone/>
              <a:defRPr>
                <a:solidFill>
                  <a:schemeClr val="lt1"/>
                </a:solidFill>
              </a:defRPr>
            </a:lvl9pPr>
          </a:lstStyle>
          <a:p>
            <a:endParaRPr/>
          </a:p>
        </p:txBody>
      </p:sp>
      <p:sp>
        <p:nvSpPr>
          <p:cNvPr id="342" name="Google Shape;342;p73"/>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orient="horz" pos="863">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p:cSld name="SECTION_HEADER_1_1_3">
    <p:bg>
      <p:bgPr>
        <a:solidFill>
          <a:schemeClr val="dk1"/>
        </a:solidFill>
        <a:effectLst/>
      </p:bgPr>
    </p:bg>
    <p:spTree>
      <p:nvGrpSpPr>
        <p:cNvPr id="1" name="Shape 343"/>
        <p:cNvGrpSpPr/>
        <p:nvPr/>
      </p:nvGrpSpPr>
      <p:grpSpPr>
        <a:xfrm>
          <a:off x="0" y="0"/>
          <a:ext cx="0" cy="0"/>
          <a:chOff x="0" y="0"/>
          <a:chExt cx="0" cy="0"/>
        </a:xfrm>
      </p:grpSpPr>
      <p:sp>
        <p:nvSpPr>
          <p:cNvPr id="344" name="Google Shape;344;p74"/>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345" name="Google Shape;345;p74"/>
          <p:cNvSpPr txBox="1">
            <a:spLocks noGrp="1"/>
          </p:cNvSpPr>
          <p:nvPr>
            <p:ph type="ctrTitle"/>
          </p:nvPr>
        </p:nvSpPr>
        <p:spPr>
          <a:xfrm>
            <a:off x="1371575" y="2140200"/>
            <a:ext cx="6400800" cy="1253700"/>
          </a:xfrm>
          <a:prstGeom prst="rect">
            <a:avLst/>
          </a:prstGeom>
        </p:spPr>
        <p:txBody>
          <a:bodyPr spcFirstLastPara="1" wrap="square" lIns="0" tIns="0" rIns="0" bIns="0" anchor="ctr" anchorCtr="0">
            <a:spAutoFit/>
          </a:bodyPr>
          <a:lstStyle>
            <a:lvl1pPr lvl="0" algn="ctr">
              <a:lnSpc>
                <a:spcPct val="100000"/>
              </a:lnSpc>
              <a:spcBef>
                <a:spcPts val="1000"/>
              </a:spcBef>
              <a:spcAft>
                <a:spcPts val="0"/>
              </a:spcAft>
              <a:buClr>
                <a:schemeClr val="lt1"/>
              </a:buClr>
              <a:buSzPts val="4000"/>
              <a:buNone/>
              <a:defRPr sz="4000" b="1">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a:endParaRPr/>
          </a:p>
        </p:txBody>
      </p:sp>
      <p:sp>
        <p:nvSpPr>
          <p:cNvPr id="346" name="Google Shape;346;p74"/>
          <p:cNvSpPr txBox="1">
            <a:spLocks noGrp="1"/>
          </p:cNvSpPr>
          <p:nvPr>
            <p:ph type="subTitle" idx="1"/>
          </p:nvPr>
        </p:nvSpPr>
        <p:spPr>
          <a:xfrm>
            <a:off x="1371625" y="1749600"/>
            <a:ext cx="6400800" cy="3906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1pPr>
            <a:lvl2pPr lvl="1"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2pPr>
            <a:lvl3pPr lvl="2"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3pPr>
            <a:lvl4pPr lvl="3"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4pPr>
            <a:lvl5pPr lvl="4"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5pPr>
            <a:lvl6pPr lvl="5"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6pPr>
            <a:lvl7pPr lvl="6"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7pPr>
            <a:lvl8pPr lvl="7"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8pPr>
            <a:lvl9pPr lvl="8"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9pPr>
          </a:lstStyle>
          <a:p>
            <a:endParaRPr/>
          </a:p>
        </p:txBody>
      </p:sp>
    </p:spTree>
  </p:cSld>
  <p:clrMapOvr>
    <a:masterClrMapping/>
  </p:clrMapOvr>
  <p:extLst>
    <p:ext uri="{DCECCB84-F9BA-43D5-87BE-67443E8EF086}">
      <p15:sldGuideLst xmlns:p15="http://schemas.microsoft.com/office/powerpoint/2012/main">
        <p15:guide id="1" pos="864">
          <p15:clr>
            <a:srgbClr val="E46962"/>
          </p15:clr>
        </p15:guide>
        <p15:guide id="2" pos="4896">
          <p15:clr>
            <a:srgbClr val="E46962"/>
          </p15:clr>
        </p15:guide>
        <p15:guide id="3" orient="horz" pos="1620">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ub-section header" type="secHead">
  <p:cSld name="SECTION_HEADER">
    <p:spTree>
      <p:nvGrpSpPr>
        <p:cNvPr id="1" name="Shape 347"/>
        <p:cNvGrpSpPr/>
        <p:nvPr/>
      </p:nvGrpSpPr>
      <p:grpSpPr>
        <a:xfrm>
          <a:off x="0" y="0"/>
          <a:ext cx="0" cy="0"/>
          <a:chOff x="0" y="0"/>
          <a:chExt cx="0" cy="0"/>
        </a:xfrm>
      </p:grpSpPr>
      <p:sp>
        <p:nvSpPr>
          <p:cNvPr id="348" name="Google Shape;348;p75"/>
          <p:cNvSpPr txBox="1">
            <a:spLocks noGrp="1"/>
          </p:cNvSpPr>
          <p:nvPr>
            <p:ph type="title"/>
          </p:nvPr>
        </p:nvSpPr>
        <p:spPr>
          <a:xfrm>
            <a:off x="571500" y="2150850"/>
            <a:ext cx="8001000" cy="8418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a:endParaRPr/>
          </a:p>
        </p:txBody>
      </p:sp>
      <p:sp>
        <p:nvSpPr>
          <p:cNvPr id="349" name="Google Shape;349;p75"/>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350"/>
        <p:cNvGrpSpPr/>
        <p:nvPr/>
      </p:nvGrpSpPr>
      <p:grpSpPr>
        <a:xfrm>
          <a:off x="0" y="0"/>
          <a:ext cx="0" cy="0"/>
          <a:chOff x="0" y="0"/>
          <a:chExt cx="0" cy="0"/>
        </a:xfrm>
      </p:grpSpPr>
      <p:sp>
        <p:nvSpPr>
          <p:cNvPr id="351" name="Google Shape;351;p76"/>
          <p:cNvSpPr txBox="1">
            <a:spLocks noGrp="1"/>
          </p:cNvSpPr>
          <p:nvPr>
            <p:ph type="title"/>
          </p:nvPr>
        </p:nvSpPr>
        <p:spPr>
          <a:xfrm>
            <a:off x="571500" y="800100"/>
            <a:ext cx="40005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352" name="Google Shape;352;p76"/>
          <p:cNvSpPr txBox="1">
            <a:spLocks noGrp="1"/>
          </p:cNvSpPr>
          <p:nvPr>
            <p:ph type="body" idx="1"/>
          </p:nvPr>
        </p:nvSpPr>
        <p:spPr>
          <a:xfrm>
            <a:off x="571500" y="1714500"/>
            <a:ext cx="40005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53" name="Google Shape;353;p76"/>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ext + picture">
  <p:cSld name="CUSTOM_2">
    <p:spTree>
      <p:nvGrpSpPr>
        <p:cNvPr id="1" name="Shape 354"/>
        <p:cNvGrpSpPr/>
        <p:nvPr/>
      </p:nvGrpSpPr>
      <p:grpSpPr>
        <a:xfrm>
          <a:off x="0" y="0"/>
          <a:ext cx="0" cy="0"/>
          <a:chOff x="0" y="0"/>
          <a:chExt cx="0" cy="0"/>
        </a:xfrm>
      </p:grpSpPr>
      <p:sp>
        <p:nvSpPr>
          <p:cNvPr id="355" name="Google Shape;355;p77"/>
          <p:cNvSpPr txBox="1">
            <a:spLocks noGrp="1"/>
          </p:cNvSpPr>
          <p:nvPr>
            <p:ph type="title"/>
          </p:nvPr>
        </p:nvSpPr>
        <p:spPr>
          <a:xfrm>
            <a:off x="571500" y="800100"/>
            <a:ext cx="30897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356" name="Google Shape;356;p77"/>
          <p:cNvSpPr>
            <a:spLocks noGrp="1"/>
          </p:cNvSpPr>
          <p:nvPr>
            <p:ph type="pic" idx="2"/>
          </p:nvPr>
        </p:nvSpPr>
        <p:spPr>
          <a:xfrm>
            <a:off x="5011488" y="962700"/>
            <a:ext cx="3218100" cy="3218100"/>
          </a:xfrm>
          <a:prstGeom prst="roundRect">
            <a:avLst>
              <a:gd name="adj" fmla="val 1254"/>
            </a:avLst>
          </a:prstGeom>
          <a:noFill/>
          <a:ln>
            <a:noFill/>
          </a:ln>
        </p:spPr>
      </p:sp>
      <p:sp>
        <p:nvSpPr>
          <p:cNvPr id="357" name="Google Shape;357;p77"/>
          <p:cNvSpPr txBox="1">
            <a:spLocks noGrp="1"/>
          </p:cNvSpPr>
          <p:nvPr>
            <p:ph type="body" idx="1"/>
          </p:nvPr>
        </p:nvSpPr>
        <p:spPr>
          <a:xfrm>
            <a:off x="571500" y="1714500"/>
            <a:ext cx="30897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58" name="Google Shape;358;p77"/>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5184">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text and bullet points">
  <p:cSld name="CUSTOM_1_2">
    <p:spTree>
      <p:nvGrpSpPr>
        <p:cNvPr id="1" name="Shape 359"/>
        <p:cNvGrpSpPr/>
        <p:nvPr/>
      </p:nvGrpSpPr>
      <p:grpSpPr>
        <a:xfrm>
          <a:off x="0" y="0"/>
          <a:ext cx="0" cy="0"/>
          <a:chOff x="0" y="0"/>
          <a:chExt cx="0" cy="0"/>
        </a:xfrm>
      </p:grpSpPr>
      <p:sp>
        <p:nvSpPr>
          <p:cNvPr id="360" name="Google Shape;360;p78"/>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61" name="Google Shape;361;p78"/>
          <p:cNvSpPr txBox="1">
            <a:spLocks noGrp="1"/>
          </p:cNvSpPr>
          <p:nvPr>
            <p:ph type="body" idx="1"/>
          </p:nvPr>
        </p:nvSpPr>
        <p:spPr>
          <a:xfrm>
            <a:off x="571500" y="1714500"/>
            <a:ext cx="4000500" cy="1023900"/>
          </a:xfrm>
          <a:prstGeom prst="rect">
            <a:avLst/>
          </a:prstGeom>
        </p:spPr>
        <p:txBody>
          <a:bodyPr spcFirstLastPara="1" wrap="square" lIns="0" tIns="0" rIns="0" bIns="0" anchor="t" anchorCtr="0">
            <a:sp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62" name="Google Shape;362;p78"/>
          <p:cNvSpPr txBox="1">
            <a:spLocks noGrp="1"/>
          </p:cNvSpPr>
          <p:nvPr>
            <p:ph type="body" idx="2"/>
          </p:nvPr>
        </p:nvSpPr>
        <p:spPr>
          <a:xfrm>
            <a:off x="571500" y="2965425"/>
            <a:ext cx="4000500" cy="1606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63" name="Google Shape;363;p78"/>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list">
  <p:cSld name="CUSTOM_1_1">
    <p:spTree>
      <p:nvGrpSpPr>
        <p:cNvPr id="1" name="Shape 364"/>
        <p:cNvGrpSpPr/>
        <p:nvPr/>
      </p:nvGrpSpPr>
      <p:grpSpPr>
        <a:xfrm>
          <a:off x="0" y="0"/>
          <a:ext cx="0" cy="0"/>
          <a:chOff x="0" y="0"/>
          <a:chExt cx="0" cy="0"/>
        </a:xfrm>
      </p:grpSpPr>
      <p:sp>
        <p:nvSpPr>
          <p:cNvPr id="365" name="Google Shape;365;p79"/>
          <p:cNvSpPr txBox="1">
            <a:spLocks noGrp="1"/>
          </p:cNvSpPr>
          <p:nvPr>
            <p:ph type="title"/>
          </p:nvPr>
        </p:nvSpPr>
        <p:spPr>
          <a:xfrm>
            <a:off x="571500" y="800100"/>
            <a:ext cx="40005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366" name="Google Shape;366;p79"/>
          <p:cNvSpPr txBox="1">
            <a:spLocks noGrp="1"/>
          </p:cNvSpPr>
          <p:nvPr>
            <p:ph type="body" idx="1"/>
          </p:nvPr>
        </p:nvSpPr>
        <p:spPr>
          <a:xfrm>
            <a:off x="571500" y="1714500"/>
            <a:ext cx="40005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67" name="Google Shape;367;p79"/>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bullet points">
  <p:cSld name="CUSTOM_1_1_1">
    <p:spTree>
      <p:nvGrpSpPr>
        <p:cNvPr id="1" name="Shape 368"/>
        <p:cNvGrpSpPr/>
        <p:nvPr/>
      </p:nvGrpSpPr>
      <p:grpSpPr>
        <a:xfrm>
          <a:off x="0" y="0"/>
          <a:ext cx="0" cy="0"/>
          <a:chOff x="0" y="0"/>
          <a:chExt cx="0" cy="0"/>
        </a:xfrm>
      </p:grpSpPr>
      <p:sp>
        <p:nvSpPr>
          <p:cNvPr id="369" name="Google Shape;369;p80"/>
          <p:cNvSpPr txBox="1">
            <a:spLocks noGrp="1"/>
          </p:cNvSpPr>
          <p:nvPr>
            <p:ph type="title"/>
          </p:nvPr>
        </p:nvSpPr>
        <p:spPr>
          <a:xfrm>
            <a:off x="571500" y="800100"/>
            <a:ext cx="40005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370" name="Google Shape;370;p80"/>
          <p:cNvSpPr txBox="1">
            <a:spLocks noGrp="1"/>
          </p:cNvSpPr>
          <p:nvPr>
            <p:ph type="body" idx="1"/>
          </p:nvPr>
        </p:nvSpPr>
        <p:spPr>
          <a:xfrm>
            <a:off x="571500" y="1714500"/>
            <a:ext cx="40005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71" name="Google Shape;371;p80"/>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ntent title and two columns">
  <p:cSld name="TITLE_AND_BODY_1">
    <p:spTree>
      <p:nvGrpSpPr>
        <p:cNvPr id="1" name="Shape 376"/>
        <p:cNvGrpSpPr/>
        <p:nvPr/>
      </p:nvGrpSpPr>
      <p:grpSpPr>
        <a:xfrm>
          <a:off x="0" y="0"/>
          <a:ext cx="0" cy="0"/>
          <a:chOff x="0" y="0"/>
          <a:chExt cx="0" cy="0"/>
        </a:xfrm>
      </p:grpSpPr>
      <p:sp>
        <p:nvSpPr>
          <p:cNvPr id="377" name="Google Shape;377;p82"/>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378" name="Google Shape;378;p82"/>
          <p:cNvSpPr txBox="1">
            <a:spLocks noGrp="1"/>
          </p:cNvSpPr>
          <p:nvPr>
            <p:ph type="title"/>
          </p:nvPr>
        </p:nvSpPr>
        <p:spPr>
          <a:xfrm>
            <a:off x="571500" y="800100"/>
            <a:ext cx="80010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379" name="Google Shape;379;p82"/>
          <p:cNvSpPr txBox="1">
            <a:spLocks noGrp="1"/>
          </p:cNvSpPr>
          <p:nvPr>
            <p:ph type="body" idx="1"/>
          </p:nvPr>
        </p:nvSpPr>
        <p:spPr>
          <a:xfrm>
            <a:off x="571500" y="1714500"/>
            <a:ext cx="30897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80" name="Google Shape;380;p82"/>
          <p:cNvSpPr txBox="1">
            <a:spLocks noGrp="1"/>
          </p:cNvSpPr>
          <p:nvPr>
            <p:ph type="body" idx="2"/>
          </p:nvPr>
        </p:nvSpPr>
        <p:spPr>
          <a:xfrm>
            <a:off x="4572000" y="1714500"/>
            <a:ext cx="30897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One column: title, text and list">
  <p:cSld name="TITLE_AND_BODY_1_1">
    <p:spTree>
      <p:nvGrpSpPr>
        <p:cNvPr id="1" name="Shape 381"/>
        <p:cNvGrpSpPr/>
        <p:nvPr/>
      </p:nvGrpSpPr>
      <p:grpSpPr>
        <a:xfrm>
          <a:off x="0" y="0"/>
          <a:ext cx="0" cy="0"/>
          <a:chOff x="0" y="0"/>
          <a:chExt cx="0" cy="0"/>
        </a:xfrm>
      </p:grpSpPr>
      <p:sp>
        <p:nvSpPr>
          <p:cNvPr id="382" name="Google Shape;382;p83"/>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383" name="Google Shape;383;p83"/>
          <p:cNvSpPr txBox="1">
            <a:spLocks noGrp="1"/>
          </p:cNvSpPr>
          <p:nvPr>
            <p:ph type="body" idx="1"/>
          </p:nvPr>
        </p:nvSpPr>
        <p:spPr>
          <a:xfrm>
            <a:off x="571500" y="1714496"/>
            <a:ext cx="3096300" cy="7908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384" name="Google Shape;384;p83"/>
          <p:cNvSpPr txBox="1">
            <a:spLocks noGrp="1"/>
          </p:cNvSpPr>
          <p:nvPr>
            <p:ph type="body" idx="2"/>
          </p:nvPr>
        </p:nvSpPr>
        <p:spPr>
          <a:xfrm>
            <a:off x="571500" y="2640248"/>
            <a:ext cx="3096300" cy="1931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100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385" name="Google Shape;385;p83"/>
          <p:cNvSpPr txBox="1">
            <a:spLocks noGrp="1"/>
          </p:cNvSpPr>
          <p:nvPr>
            <p:ph type="title"/>
          </p:nvPr>
        </p:nvSpPr>
        <p:spPr>
          <a:xfrm>
            <a:off x="571500" y="800100"/>
            <a:ext cx="30963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wo columns:  title, text and list">
  <p:cSld name="CUSTOM_3">
    <p:spTree>
      <p:nvGrpSpPr>
        <p:cNvPr id="1" name="Shape 386"/>
        <p:cNvGrpSpPr/>
        <p:nvPr/>
      </p:nvGrpSpPr>
      <p:grpSpPr>
        <a:xfrm>
          <a:off x="0" y="0"/>
          <a:ext cx="0" cy="0"/>
          <a:chOff x="0" y="0"/>
          <a:chExt cx="0" cy="0"/>
        </a:xfrm>
      </p:grpSpPr>
      <p:sp>
        <p:nvSpPr>
          <p:cNvPr id="387" name="Google Shape;387;p84"/>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88" name="Google Shape;388;p84"/>
          <p:cNvSpPr txBox="1">
            <a:spLocks noGrp="1"/>
          </p:cNvSpPr>
          <p:nvPr>
            <p:ph type="body" idx="1"/>
          </p:nvPr>
        </p:nvSpPr>
        <p:spPr>
          <a:xfrm>
            <a:off x="571500" y="1714500"/>
            <a:ext cx="3093000" cy="7908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389" name="Google Shape;389;p84"/>
          <p:cNvSpPr txBox="1">
            <a:spLocks noGrp="1"/>
          </p:cNvSpPr>
          <p:nvPr>
            <p:ph type="body" idx="2"/>
          </p:nvPr>
        </p:nvSpPr>
        <p:spPr>
          <a:xfrm>
            <a:off x="571500" y="2640250"/>
            <a:ext cx="3093000" cy="1931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100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390" name="Google Shape;390;p84"/>
          <p:cNvSpPr txBox="1">
            <a:spLocks noGrp="1"/>
          </p:cNvSpPr>
          <p:nvPr>
            <p:ph type="body" idx="3"/>
          </p:nvPr>
        </p:nvSpPr>
        <p:spPr>
          <a:xfrm>
            <a:off x="4572000" y="1714500"/>
            <a:ext cx="3093000" cy="7908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391" name="Google Shape;391;p84"/>
          <p:cNvSpPr txBox="1">
            <a:spLocks noGrp="1"/>
          </p:cNvSpPr>
          <p:nvPr>
            <p:ph type="body" idx="4"/>
          </p:nvPr>
        </p:nvSpPr>
        <p:spPr>
          <a:xfrm>
            <a:off x="4572000" y="2640250"/>
            <a:ext cx="3093000" cy="1931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100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392" name="Google Shape;392;p84"/>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ub header, one column">
  <p:cSld name="CUSTOM_3_1">
    <p:spTree>
      <p:nvGrpSpPr>
        <p:cNvPr id="1" name="Shape 393"/>
        <p:cNvGrpSpPr/>
        <p:nvPr/>
      </p:nvGrpSpPr>
      <p:grpSpPr>
        <a:xfrm>
          <a:off x="0" y="0"/>
          <a:ext cx="0" cy="0"/>
          <a:chOff x="0" y="0"/>
          <a:chExt cx="0" cy="0"/>
        </a:xfrm>
      </p:grpSpPr>
      <p:sp>
        <p:nvSpPr>
          <p:cNvPr id="394" name="Google Shape;394;p85"/>
          <p:cNvSpPr txBox="1">
            <a:spLocks noGrp="1"/>
          </p:cNvSpPr>
          <p:nvPr>
            <p:ph type="subTitle" idx="1"/>
          </p:nvPr>
        </p:nvSpPr>
        <p:spPr>
          <a:xfrm>
            <a:off x="571500" y="1714500"/>
            <a:ext cx="3093000" cy="3588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395" name="Google Shape;395;p85"/>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96" name="Google Shape;396;p85"/>
          <p:cNvSpPr txBox="1">
            <a:spLocks noGrp="1"/>
          </p:cNvSpPr>
          <p:nvPr>
            <p:ph type="body" idx="2"/>
          </p:nvPr>
        </p:nvSpPr>
        <p:spPr>
          <a:xfrm>
            <a:off x="571500" y="2166225"/>
            <a:ext cx="3093000" cy="24057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397" name="Google Shape;397;p85"/>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ub header, two columns">
  <p:cSld name="TITLE_AND_BODY_1_1_1">
    <p:spTree>
      <p:nvGrpSpPr>
        <p:cNvPr id="1" name="Shape 398"/>
        <p:cNvGrpSpPr/>
        <p:nvPr/>
      </p:nvGrpSpPr>
      <p:grpSpPr>
        <a:xfrm>
          <a:off x="0" y="0"/>
          <a:ext cx="0" cy="0"/>
          <a:chOff x="0" y="0"/>
          <a:chExt cx="0" cy="0"/>
        </a:xfrm>
      </p:grpSpPr>
      <p:sp>
        <p:nvSpPr>
          <p:cNvPr id="399" name="Google Shape;399;p86"/>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400" name="Google Shape;400;p86"/>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401" name="Google Shape;401;p86"/>
          <p:cNvSpPr txBox="1">
            <a:spLocks noGrp="1"/>
          </p:cNvSpPr>
          <p:nvPr>
            <p:ph type="body" idx="1"/>
          </p:nvPr>
        </p:nvSpPr>
        <p:spPr>
          <a:xfrm>
            <a:off x="571500" y="2166225"/>
            <a:ext cx="3093000" cy="24057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02" name="Google Shape;402;p86"/>
          <p:cNvSpPr txBox="1">
            <a:spLocks noGrp="1"/>
          </p:cNvSpPr>
          <p:nvPr>
            <p:ph type="body" idx="2"/>
          </p:nvPr>
        </p:nvSpPr>
        <p:spPr>
          <a:xfrm>
            <a:off x="4572000" y="2166225"/>
            <a:ext cx="3093000" cy="24057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03" name="Google Shape;403;p86"/>
          <p:cNvSpPr txBox="1">
            <a:spLocks noGrp="1"/>
          </p:cNvSpPr>
          <p:nvPr>
            <p:ph type="subTitle" idx="3"/>
          </p:nvPr>
        </p:nvSpPr>
        <p:spPr>
          <a:xfrm>
            <a:off x="571500" y="1714500"/>
            <a:ext cx="3093000" cy="3588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404" name="Google Shape;404;p86"/>
          <p:cNvSpPr txBox="1">
            <a:spLocks noGrp="1"/>
          </p:cNvSpPr>
          <p:nvPr>
            <p:ph type="subTitle" idx="4"/>
          </p:nvPr>
        </p:nvSpPr>
        <p:spPr>
          <a:xfrm>
            <a:off x="4572000" y="1714500"/>
            <a:ext cx="3093000" cy="3588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ontent title and three columns" type="twoColTx">
  <p:cSld name="TITLE_AND_TWO_COLUMNS">
    <p:spTree>
      <p:nvGrpSpPr>
        <p:cNvPr id="1" name="Shape 405"/>
        <p:cNvGrpSpPr/>
        <p:nvPr/>
      </p:nvGrpSpPr>
      <p:grpSpPr>
        <a:xfrm>
          <a:off x="0" y="0"/>
          <a:ext cx="0" cy="0"/>
          <a:chOff x="0" y="0"/>
          <a:chExt cx="0" cy="0"/>
        </a:xfrm>
      </p:grpSpPr>
      <p:sp>
        <p:nvSpPr>
          <p:cNvPr id="406" name="Google Shape;406;p87"/>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407" name="Google Shape;407;p87"/>
          <p:cNvSpPr txBox="1">
            <a:spLocks noGrp="1"/>
          </p:cNvSpPr>
          <p:nvPr>
            <p:ph type="body" idx="1"/>
          </p:nvPr>
        </p:nvSpPr>
        <p:spPr>
          <a:xfrm>
            <a:off x="568350" y="1714500"/>
            <a:ext cx="1951500" cy="28575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08" name="Google Shape;408;p87"/>
          <p:cNvSpPr txBox="1">
            <a:spLocks noGrp="1"/>
          </p:cNvSpPr>
          <p:nvPr>
            <p:ph type="body" idx="2"/>
          </p:nvPr>
        </p:nvSpPr>
        <p:spPr>
          <a:xfrm>
            <a:off x="3594675" y="1714500"/>
            <a:ext cx="1951500" cy="28575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lvl1pPr>
            <a:lvl2pPr marL="914400" lvl="1" indent="-304800">
              <a:spcBef>
                <a:spcPts val="100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09" name="Google Shape;409;p87"/>
          <p:cNvSpPr txBox="1">
            <a:spLocks noGrp="1"/>
          </p:cNvSpPr>
          <p:nvPr>
            <p:ph type="body" idx="3"/>
          </p:nvPr>
        </p:nvSpPr>
        <p:spPr>
          <a:xfrm>
            <a:off x="6619425" y="1714500"/>
            <a:ext cx="1951500" cy="28575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lvl1pPr>
            <a:lvl2pPr marL="914400" lvl="1" indent="-304800">
              <a:spcBef>
                <a:spcPts val="100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10" name="Google Shape;410;p87"/>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ree concepts - horizontal">
  <p:cSld name="TITLE_AND_TWO_COLUMNS_1">
    <p:spTree>
      <p:nvGrpSpPr>
        <p:cNvPr id="1" name="Shape 411"/>
        <p:cNvGrpSpPr/>
        <p:nvPr/>
      </p:nvGrpSpPr>
      <p:grpSpPr>
        <a:xfrm>
          <a:off x="0" y="0"/>
          <a:ext cx="0" cy="0"/>
          <a:chOff x="0" y="0"/>
          <a:chExt cx="0" cy="0"/>
        </a:xfrm>
      </p:grpSpPr>
      <p:sp>
        <p:nvSpPr>
          <p:cNvPr id="412" name="Google Shape;412;p88"/>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413" name="Google Shape;413;p88"/>
          <p:cNvSpPr txBox="1">
            <a:spLocks noGrp="1"/>
          </p:cNvSpPr>
          <p:nvPr>
            <p:ph type="body" idx="1"/>
          </p:nvPr>
        </p:nvSpPr>
        <p:spPr>
          <a:xfrm>
            <a:off x="571500" y="2192100"/>
            <a:ext cx="1968300" cy="23799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14" name="Google Shape;414;p88"/>
          <p:cNvSpPr txBox="1">
            <a:spLocks noGrp="1"/>
          </p:cNvSpPr>
          <p:nvPr>
            <p:ph type="body" idx="2"/>
          </p:nvPr>
        </p:nvSpPr>
        <p:spPr>
          <a:xfrm>
            <a:off x="3586271" y="2192100"/>
            <a:ext cx="1980000" cy="23799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15" name="Google Shape;415;p88"/>
          <p:cNvSpPr txBox="1">
            <a:spLocks noGrp="1"/>
          </p:cNvSpPr>
          <p:nvPr>
            <p:ph type="body" idx="3"/>
          </p:nvPr>
        </p:nvSpPr>
        <p:spPr>
          <a:xfrm>
            <a:off x="6604202" y="2192100"/>
            <a:ext cx="1968300" cy="23799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16" name="Google Shape;416;p88"/>
          <p:cNvSpPr txBox="1">
            <a:spLocks noGrp="1"/>
          </p:cNvSpPr>
          <p:nvPr>
            <p:ph type="subTitle" idx="4"/>
          </p:nvPr>
        </p:nvSpPr>
        <p:spPr>
          <a:xfrm>
            <a:off x="579900" y="1714500"/>
            <a:ext cx="1968300" cy="358800"/>
          </a:xfrm>
          <a:prstGeom prst="rect">
            <a:avLst/>
          </a:prstGeom>
        </p:spPr>
        <p:txBody>
          <a:bodyPr spcFirstLastPara="1" wrap="square" lIns="0" tIns="0" rIns="0" bIns="0" anchor="t" anchorCtr="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a:endParaRPr/>
          </a:p>
        </p:txBody>
      </p:sp>
      <p:sp>
        <p:nvSpPr>
          <p:cNvPr id="417" name="Google Shape;417;p88"/>
          <p:cNvSpPr txBox="1">
            <a:spLocks noGrp="1"/>
          </p:cNvSpPr>
          <p:nvPr>
            <p:ph type="subTitle" idx="5"/>
          </p:nvPr>
        </p:nvSpPr>
        <p:spPr>
          <a:xfrm>
            <a:off x="6598950" y="1714500"/>
            <a:ext cx="1968300" cy="358800"/>
          </a:xfrm>
          <a:prstGeom prst="rect">
            <a:avLst/>
          </a:prstGeom>
        </p:spPr>
        <p:txBody>
          <a:bodyPr spcFirstLastPara="1" wrap="square" lIns="0" tIns="0" rIns="0" bIns="0" anchor="t" anchorCtr="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a:endParaRPr/>
          </a:p>
        </p:txBody>
      </p:sp>
      <p:sp>
        <p:nvSpPr>
          <p:cNvPr id="418" name="Google Shape;418;p88"/>
          <p:cNvSpPr txBox="1">
            <a:spLocks noGrp="1"/>
          </p:cNvSpPr>
          <p:nvPr>
            <p:ph type="subTitle" idx="6"/>
          </p:nvPr>
        </p:nvSpPr>
        <p:spPr>
          <a:xfrm>
            <a:off x="3597825" y="1714500"/>
            <a:ext cx="1968300" cy="358800"/>
          </a:xfrm>
          <a:prstGeom prst="rect">
            <a:avLst/>
          </a:prstGeom>
        </p:spPr>
        <p:txBody>
          <a:bodyPr spcFirstLastPara="1" wrap="square" lIns="0" tIns="0" rIns="0" bIns="0" anchor="t" anchorCtr="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a:endParaRPr/>
          </a:p>
        </p:txBody>
      </p:sp>
      <p:sp>
        <p:nvSpPr>
          <p:cNvPr id="419" name="Google Shape;419;p88"/>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Four concepts - horizontal">
  <p:cSld name="TITLE_AND_TWO_COLUMNS_1_1">
    <p:spTree>
      <p:nvGrpSpPr>
        <p:cNvPr id="1" name="Shape 420"/>
        <p:cNvGrpSpPr/>
        <p:nvPr/>
      </p:nvGrpSpPr>
      <p:grpSpPr>
        <a:xfrm>
          <a:off x="0" y="0"/>
          <a:ext cx="0" cy="0"/>
          <a:chOff x="0" y="0"/>
          <a:chExt cx="0" cy="0"/>
        </a:xfrm>
      </p:grpSpPr>
      <p:sp>
        <p:nvSpPr>
          <p:cNvPr id="421" name="Google Shape;421;p89"/>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422" name="Google Shape;422;p89"/>
          <p:cNvSpPr txBox="1">
            <a:spLocks noGrp="1"/>
          </p:cNvSpPr>
          <p:nvPr>
            <p:ph type="body" idx="1"/>
          </p:nvPr>
        </p:nvSpPr>
        <p:spPr>
          <a:xfrm>
            <a:off x="571500" y="2178175"/>
            <a:ext cx="1712400" cy="2393700"/>
          </a:xfrm>
          <a:prstGeom prst="rect">
            <a:avLst/>
          </a:prstGeom>
        </p:spPr>
        <p:txBody>
          <a:bodyPr spcFirstLastPara="1" wrap="square" lIns="0" tIns="91425" rIns="182875" bIns="91425"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23" name="Google Shape;423;p89"/>
          <p:cNvSpPr txBox="1">
            <a:spLocks noGrp="1"/>
          </p:cNvSpPr>
          <p:nvPr>
            <p:ph type="subTitle" idx="2"/>
          </p:nvPr>
        </p:nvSpPr>
        <p:spPr>
          <a:xfrm>
            <a:off x="571500" y="1714500"/>
            <a:ext cx="1712400" cy="3936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424" name="Google Shape;424;p89"/>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425" name="Google Shape;425;p89"/>
          <p:cNvSpPr txBox="1">
            <a:spLocks noGrp="1"/>
          </p:cNvSpPr>
          <p:nvPr>
            <p:ph type="body" idx="3"/>
          </p:nvPr>
        </p:nvSpPr>
        <p:spPr>
          <a:xfrm>
            <a:off x="2667700" y="2178175"/>
            <a:ext cx="1712400" cy="2393700"/>
          </a:xfrm>
          <a:prstGeom prst="rect">
            <a:avLst/>
          </a:prstGeom>
        </p:spPr>
        <p:txBody>
          <a:bodyPr spcFirstLastPara="1" wrap="square" lIns="0" tIns="91425" rIns="182875" bIns="91425"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26" name="Google Shape;426;p89"/>
          <p:cNvSpPr txBox="1">
            <a:spLocks noGrp="1"/>
          </p:cNvSpPr>
          <p:nvPr>
            <p:ph type="subTitle" idx="4"/>
          </p:nvPr>
        </p:nvSpPr>
        <p:spPr>
          <a:xfrm>
            <a:off x="2667700" y="1714500"/>
            <a:ext cx="1712400" cy="3936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427" name="Google Shape;427;p89"/>
          <p:cNvSpPr txBox="1">
            <a:spLocks noGrp="1"/>
          </p:cNvSpPr>
          <p:nvPr>
            <p:ph type="body" idx="5"/>
          </p:nvPr>
        </p:nvSpPr>
        <p:spPr>
          <a:xfrm>
            <a:off x="4763900" y="2178175"/>
            <a:ext cx="1712400" cy="2393700"/>
          </a:xfrm>
          <a:prstGeom prst="rect">
            <a:avLst/>
          </a:prstGeom>
        </p:spPr>
        <p:txBody>
          <a:bodyPr spcFirstLastPara="1" wrap="square" lIns="0" tIns="91425" rIns="182875" bIns="91425"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28" name="Google Shape;428;p89"/>
          <p:cNvSpPr txBox="1">
            <a:spLocks noGrp="1"/>
          </p:cNvSpPr>
          <p:nvPr>
            <p:ph type="subTitle" idx="6"/>
          </p:nvPr>
        </p:nvSpPr>
        <p:spPr>
          <a:xfrm>
            <a:off x="4763900" y="1714500"/>
            <a:ext cx="1712400" cy="3936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429" name="Google Shape;429;p89"/>
          <p:cNvSpPr txBox="1">
            <a:spLocks noGrp="1"/>
          </p:cNvSpPr>
          <p:nvPr>
            <p:ph type="body" idx="7"/>
          </p:nvPr>
        </p:nvSpPr>
        <p:spPr>
          <a:xfrm>
            <a:off x="6860100" y="2178175"/>
            <a:ext cx="1712400" cy="2393700"/>
          </a:xfrm>
          <a:prstGeom prst="rect">
            <a:avLst/>
          </a:prstGeom>
        </p:spPr>
        <p:txBody>
          <a:bodyPr spcFirstLastPara="1" wrap="square" lIns="0" tIns="91425" rIns="182875" bIns="91425"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30" name="Google Shape;430;p89"/>
          <p:cNvSpPr txBox="1">
            <a:spLocks noGrp="1"/>
          </p:cNvSpPr>
          <p:nvPr>
            <p:ph type="subTitle" idx="8"/>
          </p:nvPr>
        </p:nvSpPr>
        <p:spPr>
          <a:xfrm>
            <a:off x="6860100" y="1714500"/>
            <a:ext cx="1712400" cy="3936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Four concepts - vertical">
  <p:cSld name="TITLE_AND_TWO_COLUMNS_1_1_1">
    <p:spTree>
      <p:nvGrpSpPr>
        <p:cNvPr id="1" name="Shape 431"/>
        <p:cNvGrpSpPr/>
        <p:nvPr/>
      </p:nvGrpSpPr>
      <p:grpSpPr>
        <a:xfrm>
          <a:off x="0" y="0"/>
          <a:ext cx="0" cy="0"/>
          <a:chOff x="0" y="0"/>
          <a:chExt cx="0" cy="0"/>
        </a:xfrm>
      </p:grpSpPr>
      <p:sp>
        <p:nvSpPr>
          <p:cNvPr id="432" name="Google Shape;432;p90"/>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433" name="Google Shape;433;p90"/>
          <p:cNvSpPr txBox="1">
            <a:spLocks noGrp="1"/>
          </p:cNvSpPr>
          <p:nvPr>
            <p:ph type="body" idx="1"/>
          </p:nvPr>
        </p:nvSpPr>
        <p:spPr>
          <a:xfrm>
            <a:off x="2741350" y="1718400"/>
            <a:ext cx="3655800" cy="5445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34" name="Google Shape;434;p90"/>
          <p:cNvSpPr txBox="1">
            <a:spLocks noGrp="1"/>
          </p:cNvSpPr>
          <p:nvPr>
            <p:ph type="subTitle" idx="2"/>
          </p:nvPr>
        </p:nvSpPr>
        <p:spPr>
          <a:xfrm>
            <a:off x="914400" y="1714500"/>
            <a:ext cx="1373400" cy="544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a:endParaRPr/>
          </a:p>
        </p:txBody>
      </p:sp>
      <p:sp>
        <p:nvSpPr>
          <p:cNvPr id="435" name="Google Shape;435;p90"/>
          <p:cNvSpPr txBox="1">
            <a:spLocks noGrp="1"/>
          </p:cNvSpPr>
          <p:nvPr>
            <p:ph type="subTitle" idx="3"/>
          </p:nvPr>
        </p:nvSpPr>
        <p:spPr>
          <a:xfrm>
            <a:off x="914400" y="4027625"/>
            <a:ext cx="1373400" cy="544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a:endParaRPr/>
          </a:p>
        </p:txBody>
      </p:sp>
      <p:sp>
        <p:nvSpPr>
          <p:cNvPr id="436" name="Google Shape;436;p90"/>
          <p:cNvSpPr txBox="1">
            <a:spLocks noGrp="1"/>
          </p:cNvSpPr>
          <p:nvPr>
            <p:ph type="subTitle" idx="4"/>
          </p:nvPr>
        </p:nvSpPr>
        <p:spPr>
          <a:xfrm>
            <a:off x="914400" y="2485542"/>
            <a:ext cx="1373400" cy="544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a:endParaRPr/>
          </a:p>
        </p:txBody>
      </p:sp>
      <p:sp>
        <p:nvSpPr>
          <p:cNvPr id="437" name="Google Shape;437;p90"/>
          <p:cNvSpPr txBox="1">
            <a:spLocks noGrp="1"/>
          </p:cNvSpPr>
          <p:nvPr>
            <p:ph type="subTitle" idx="5"/>
          </p:nvPr>
        </p:nvSpPr>
        <p:spPr>
          <a:xfrm>
            <a:off x="914400" y="3256584"/>
            <a:ext cx="1373400" cy="544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a:endParaRPr/>
          </a:p>
        </p:txBody>
      </p:sp>
      <p:sp>
        <p:nvSpPr>
          <p:cNvPr id="438" name="Google Shape;438;p90"/>
          <p:cNvSpPr txBox="1">
            <a:spLocks noGrp="1"/>
          </p:cNvSpPr>
          <p:nvPr>
            <p:ph type="title"/>
          </p:nvPr>
        </p:nvSpPr>
        <p:spPr>
          <a:xfrm>
            <a:off x="571500" y="800100"/>
            <a:ext cx="58257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439" name="Google Shape;439;p90"/>
          <p:cNvSpPr txBox="1">
            <a:spLocks noGrp="1"/>
          </p:cNvSpPr>
          <p:nvPr>
            <p:ph type="body" idx="6"/>
          </p:nvPr>
        </p:nvSpPr>
        <p:spPr>
          <a:xfrm>
            <a:off x="2741350" y="2485550"/>
            <a:ext cx="3655800" cy="5445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40" name="Google Shape;440;p90"/>
          <p:cNvSpPr txBox="1">
            <a:spLocks noGrp="1"/>
          </p:cNvSpPr>
          <p:nvPr>
            <p:ph type="body" idx="7"/>
          </p:nvPr>
        </p:nvSpPr>
        <p:spPr>
          <a:xfrm>
            <a:off x="2741350" y="3252700"/>
            <a:ext cx="3655800" cy="5445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441" name="Google Shape;441;p90"/>
          <p:cNvSpPr txBox="1">
            <a:spLocks noGrp="1"/>
          </p:cNvSpPr>
          <p:nvPr>
            <p:ph type="body" idx="8"/>
          </p:nvPr>
        </p:nvSpPr>
        <p:spPr>
          <a:xfrm>
            <a:off x="2741350" y="4019850"/>
            <a:ext cx="3655800" cy="5445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Tree>
  </p:cSld>
  <p:clrMapOvr>
    <a:masterClrMapping/>
  </p:clrMapOvr>
  <p:extLst>
    <p:ext uri="{DCECCB84-F9BA-43D5-87BE-67443E8EF086}">
      <p15:sldGuideLst xmlns:p15="http://schemas.microsoft.com/office/powerpoint/2012/main">
        <p15:guide id="1" pos="576">
          <p15:clr>
            <a:srgbClr val="E46962"/>
          </p15:clr>
        </p15:guide>
        <p15:guide id="2" pos="1747">
          <p15:clr>
            <a:srgbClr val="E46962"/>
          </p15:clr>
        </p15:guide>
        <p15:guide id="3" pos="4030">
          <p15:clr>
            <a:srgbClr val="E4696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2"/>
        <p:cNvGrpSpPr/>
        <p:nvPr/>
      </p:nvGrpSpPr>
      <p:grpSpPr>
        <a:xfrm>
          <a:off x="0" y="0"/>
          <a:ext cx="0" cy="0"/>
          <a:chOff x="0" y="0"/>
          <a:chExt cx="0" cy="0"/>
        </a:xfrm>
      </p:grpSpPr>
      <p:sp>
        <p:nvSpPr>
          <p:cNvPr id="443" name="Google Shape;443;p91"/>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444" name="Google Shape;444;p91"/>
          <p:cNvSpPr txBox="1">
            <a:spLocks noGrp="1"/>
          </p:cNvSpPr>
          <p:nvPr>
            <p:ph type="title"/>
          </p:nvPr>
        </p:nvSpPr>
        <p:spPr>
          <a:xfrm>
            <a:off x="571500" y="800100"/>
            <a:ext cx="80010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only + Full width visual">
  <p:cSld name="TITLE_ONLY_1">
    <p:spTree>
      <p:nvGrpSpPr>
        <p:cNvPr id="1" name="Shape 445"/>
        <p:cNvGrpSpPr/>
        <p:nvPr/>
      </p:nvGrpSpPr>
      <p:grpSpPr>
        <a:xfrm>
          <a:off x="0" y="0"/>
          <a:ext cx="0" cy="0"/>
          <a:chOff x="0" y="0"/>
          <a:chExt cx="0" cy="0"/>
        </a:xfrm>
      </p:grpSpPr>
      <p:sp>
        <p:nvSpPr>
          <p:cNvPr id="446" name="Google Shape;446;p92"/>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447" name="Google Shape;447;p92"/>
          <p:cNvSpPr txBox="1">
            <a:spLocks noGrp="1"/>
          </p:cNvSpPr>
          <p:nvPr>
            <p:ph type="title"/>
          </p:nvPr>
        </p:nvSpPr>
        <p:spPr>
          <a:xfrm>
            <a:off x="571500" y="800100"/>
            <a:ext cx="80010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448" name="Google Shape;448;p92"/>
          <p:cNvSpPr>
            <a:spLocks noGrp="1"/>
          </p:cNvSpPr>
          <p:nvPr>
            <p:ph type="pic" idx="2"/>
          </p:nvPr>
        </p:nvSpPr>
        <p:spPr>
          <a:xfrm>
            <a:off x="944450" y="1711050"/>
            <a:ext cx="7283700" cy="2861100"/>
          </a:xfrm>
          <a:prstGeom prst="rect">
            <a:avLst/>
          </a:prstGeom>
          <a:noFill/>
          <a:ln>
            <a:noFill/>
          </a:ln>
        </p:spPr>
      </p:sp>
    </p:spTree>
  </p:cSld>
  <p:clrMapOvr>
    <a:masterClrMapping/>
  </p:clrMapOvr>
  <p:extLst>
    <p:ext uri="{DCECCB84-F9BA-43D5-87BE-67443E8EF086}">
      <p15:sldGuideLst xmlns:p15="http://schemas.microsoft.com/office/powerpoint/2012/main">
        <p15:guide id="1" pos="595">
          <p15:clr>
            <a:srgbClr val="E46962"/>
          </p15:clr>
        </p15:guide>
        <p15:guide id="2" pos="5183">
          <p15:clr>
            <a:srgbClr val="E4696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Exercise">
  <p:cSld name="CUSTOM_7">
    <p:spTree>
      <p:nvGrpSpPr>
        <p:cNvPr id="1" name="Shape 449"/>
        <p:cNvGrpSpPr/>
        <p:nvPr/>
      </p:nvGrpSpPr>
      <p:grpSpPr>
        <a:xfrm>
          <a:off x="0" y="0"/>
          <a:ext cx="0" cy="0"/>
          <a:chOff x="0" y="0"/>
          <a:chExt cx="0" cy="0"/>
        </a:xfrm>
      </p:grpSpPr>
      <p:sp>
        <p:nvSpPr>
          <p:cNvPr id="450" name="Google Shape;450;p93"/>
          <p:cNvSpPr txBox="1">
            <a:spLocks noGrp="1"/>
          </p:cNvSpPr>
          <p:nvPr>
            <p:ph type="subTitle" idx="1"/>
          </p:nvPr>
        </p:nvSpPr>
        <p:spPr>
          <a:xfrm>
            <a:off x="571500" y="4262700"/>
            <a:ext cx="3259200" cy="309300"/>
          </a:xfrm>
          <a:prstGeom prst="rect">
            <a:avLst/>
          </a:prstGeom>
          <a:solidFill>
            <a:schemeClr val="accent6"/>
          </a:solidFill>
        </p:spPr>
        <p:txBody>
          <a:bodyPr spcFirstLastPara="1" wrap="square" lIns="91425" tIns="91425" rIns="91425" bIns="91425" anchor="ctr" anchorCtr="0">
            <a:noAutofit/>
          </a:bodyPr>
          <a:lstStyle>
            <a:lvl1pPr lvl="0">
              <a:spcBef>
                <a:spcPts val="0"/>
              </a:spcBef>
              <a:spcAft>
                <a:spcPts val="0"/>
              </a:spcAft>
              <a:buSzPts val="1200"/>
              <a:buNone/>
              <a:defRPr sz="1000"/>
            </a:lvl1pPr>
            <a:lvl2pPr lvl="1">
              <a:spcBef>
                <a:spcPts val="1000"/>
              </a:spcBef>
              <a:spcAft>
                <a:spcPts val="0"/>
              </a:spcAft>
              <a:buSzPts val="1200"/>
              <a:buNone/>
              <a:defRPr/>
            </a:lvl2pPr>
            <a:lvl3pPr lvl="2">
              <a:spcBef>
                <a:spcPts val="1000"/>
              </a:spcBef>
              <a:spcAft>
                <a:spcPts val="0"/>
              </a:spcAft>
              <a:buSzPts val="1000"/>
              <a:buNone/>
              <a:defRPr/>
            </a:lvl3pPr>
            <a:lvl4pPr lvl="3">
              <a:spcBef>
                <a:spcPts val="1000"/>
              </a:spcBef>
              <a:spcAft>
                <a:spcPts val="0"/>
              </a:spcAft>
              <a:buSzPts val="1000"/>
              <a:buNone/>
              <a:defRPr/>
            </a:lvl4pPr>
            <a:lvl5pPr lvl="4">
              <a:spcBef>
                <a:spcPts val="1000"/>
              </a:spcBef>
              <a:spcAft>
                <a:spcPts val="0"/>
              </a:spcAft>
              <a:buSzPts val="1000"/>
              <a:buNone/>
              <a:defRPr/>
            </a:lvl5pPr>
            <a:lvl6pPr lvl="5">
              <a:spcBef>
                <a:spcPts val="1000"/>
              </a:spcBef>
              <a:spcAft>
                <a:spcPts val="0"/>
              </a:spcAft>
              <a:buSzPts val="1000"/>
              <a:buNone/>
              <a:defRPr/>
            </a:lvl6pPr>
            <a:lvl7pPr lvl="6">
              <a:spcBef>
                <a:spcPts val="1000"/>
              </a:spcBef>
              <a:spcAft>
                <a:spcPts val="0"/>
              </a:spcAft>
              <a:buSzPts val="1000"/>
              <a:buNone/>
              <a:defRPr/>
            </a:lvl7pPr>
            <a:lvl8pPr lvl="7">
              <a:spcBef>
                <a:spcPts val="1000"/>
              </a:spcBef>
              <a:spcAft>
                <a:spcPts val="0"/>
              </a:spcAft>
              <a:buSzPts val="1000"/>
              <a:buNone/>
              <a:defRPr/>
            </a:lvl8pPr>
            <a:lvl9pPr lvl="8">
              <a:spcBef>
                <a:spcPts val="1000"/>
              </a:spcBef>
              <a:spcAft>
                <a:spcPts val="1000"/>
              </a:spcAft>
              <a:buSzPts val="1000"/>
              <a:buNone/>
              <a:defRPr/>
            </a:lvl9pPr>
          </a:lstStyle>
          <a:p>
            <a:endParaRPr/>
          </a:p>
        </p:txBody>
      </p:sp>
      <p:sp>
        <p:nvSpPr>
          <p:cNvPr id="451" name="Google Shape;451;p93"/>
          <p:cNvSpPr txBox="1">
            <a:spLocks noGrp="1"/>
          </p:cNvSpPr>
          <p:nvPr>
            <p:ph type="title"/>
          </p:nvPr>
        </p:nvSpPr>
        <p:spPr>
          <a:xfrm>
            <a:off x="571500" y="800100"/>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452" name="Google Shape;452;p93"/>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5184">
          <p15:clr>
            <a:srgbClr val="E46962"/>
          </p15:clr>
        </p15:guide>
        <p15:guide id="2" pos="576">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Main point full width">
  <p:cSld name="MAIN_POINT">
    <p:bg>
      <p:bgPr>
        <a:solidFill>
          <a:schemeClr val="dk1"/>
        </a:solidFill>
        <a:effectLst/>
      </p:bgPr>
    </p:bg>
    <p:spTree>
      <p:nvGrpSpPr>
        <p:cNvPr id="1" name="Shape 453"/>
        <p:cNvGrpSpPr/>
        <p:nvPr/>
      </p:nvGrpSpPr>
      <p:grpSpPr>
        <a:xfrm>
          <a:off x="0" y="0"/>
          <a:ext cx="0" cy="0"/>
          <a:chOff x="0" y="0"/>
          <a:chExt cx="0" cy="0"/>
        </a:xfrm>
      </p:grpSpPr>
      <p:sp>
        <p:nvSpPr>
          <p:cNvPr id="454" name="Google Shape;454;p94"/>
          <p:cNvSpPr txBox="1">
            <a:spLocks noGrp="1"/>
          </p:cNvSpPr>
          <p:nvPr>
            <p:ph type="title"/>
          </p:nvPr>
        </p:nvSpPr>
        <p:spPr>
          <a:xfrm>
            <a:off x="905175" y="800100"/>
            <a:ext cx="7333800" cy="37719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Clr>
                <a:schemeClr val="lt1"/>
              </a:buClr>
              <a:buSzPts val="3200"/>
              <a:buNone/>
              <a:defRPr sz="3200">
                <a:solidFill>
                  <a:schemeClr val="lt1"/>
                </a:solidFill>
              </a:defRPr>
            </a:lvl1pPr>
            <a:lvl2pPr lvl="1"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2pPr>
            <a:lvl3pPr lvl="2"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3pPr>
            <a:lvl4pPr lvl="3"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4pPr>
            <a:lvl5pPr lvl="4"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5pPr>
            <a:lvl6pPr lvl="5"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6pPr>
            <a:lvl7pPr lvl="6"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7pPr>
            <a:lvl8pPr lvl="7"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8pPr>
            <a:lvl9pPr lvl="8"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9pPr>
          </a:lstStyle>
          <a:p>
            <a:endParaRPr/>
          </a:p>
        </p:txBody>
      </p:sp>
      <p:sp>
        <p:nvSpPr>
          <p:cNvPr id="455" name="Google Shape;455;p94"/>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570">
          <p15:clr>
            <a:srgbClr val="E46962"/>
          </p15:clr>
        </p15:guide>
        <p15:guide id="2" pos="5190">
          <p15:clr>
            <a:srgbClr val="E4696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Main point half screen">
  <p:cSld name="MAIN_POINT_1">
    <p:bg>
      <p:bgPr>
        <a:solidFill>
          <a:schemeClr val="dk2"/>
        </a:solidFill>
        <a:effectLst/>
      </p:bgPr>
    </p:bg>
    <p:spTree>
      <p:nvGrpSpPr>
        <p:cNvPr id="1" name="Shape 456"/>
        <p:cNvGrpSpPr/>
        <p:nvPr/>
      </p:nvGrpSpPr>
      <p:grpSpPr>
        <a:xfrm>
          <a:off x="0" y="0"/>
          <a:ext cx="0" cy="0"/>
          <a:chOff x="0" y="0"/>
          <a:chExt cx="0" cy="0"/>
        </a:xfrm>
      </p:grpSpPr>
      <p:sp>
        <p:nvSpPr>
          <p:cNvPr id="457" name="Google Shape;457;p95"/>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458" name="Google Shape;458;p95"/>
          <p:cNvSpPr txBox="1">
            <a:spLocks noGrp="1"/>
          </p:cNvSpPr>
          <p:nvPr>
            <p:ph type="title"/>
          </p:nvPr>
        </p:nvSpPr>
        <p:spPr>
          <a:xfrm>
            <a:off x="571500" y="909025"/>
            <a:ext cx="4000500" cy="36630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3200"/>
              <a:buFont typeface="Poppins SemiBold"/>
              <a:buNone/>
              <a:defRPr sz="3200" b="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a:endParaRPr/>
          </a:p>
        </p:txBody>
      </p:sp>
    </p:spTree>
  </p:cSld>
  <p:clrMapOvr>
    <a:masterClrMapping/>
  </p:clrMapOvr>
  <p:extLst>
    <p:ext uri="{DCECCB84-F9BA-43D5-87BE-67443E8EF086}">
      <p15:sldGuideLst xmlns:p15="http://schemas.microsoft.com/office/powerpoint/2012/main">
        <p15:guide id="1" pos="2880">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Main point + picture">
  <p:cSld name="CAPTION_ONLY">
    <p:bg>
      <p:bgPr>
        <a:solidFill>
          <a:schemeClr val="lt2"/>
        </a:solidFill>
        <a:effectLst/>
      </p:bgPr>
    </p:bg>
    <p:spTree>
      <p:nvGrpSpPr>
        <p:cNvPr id="1" name="Shape 459"/>
        <p:cNvGrpSpPr/>
        <p:nvPr/>
      </p:nvGrpSpPr>
      <p:grpSpPr>
        <a:xfrm>
          <a:off x="0" y="0"/>
          <a:ext cx="0" cy="0"/>
          <a:chOff x="0" y="0"/>
          <a:chExt cx="0" cy="0"/>
        </a:xfrm>
      </p:grpSpPr>
      <p:sp>
        <p:nvSpPr>
          <p:cNvPr id="460" name="Google Shape;460;p96"/>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461" name="Google Shape;461;p96"/>
          <p:cNvSpPr txBox="1">
            <a:spLocks noGrp="1"/>
          </p:cNvSpPr>
          <p:nvPr>
            <p:ph type="title"/>
          </p:nvPr>
        </p:nvSpPr>
        <p:spPr>
          <a:xfrm>
            <a:off x="905175" y="571500"/>
            <a:ext cx="3666900" cy="4000500"/>
          </a:xfrm>
          <a:prstGeom prst="rect">
            <a:avLst/>
          </a:prstGeom>
        </p:spPr>
        <p:txBody>
          <a:bodyPr spcFirstLastPara="1" wrap="square" lIns="0" tIns="0" rIns="0" bIns="0" anchor="ctr" anchorCtr="0">
            <a:noAutofit/>
          </a:bodyPr>
          <a:lstStyle>
            <a:lvl1pPr lvl="0">
              <a:lnSpc>
                <a:spcPct val="115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2pPr>
            <a:lvl3pPr lvl="2">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3pPr>
            <a:lvl4pPr lvl="3">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4pPr>
            <a:lvl5pPr lvl="4">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5pPr>
            <a:lvl6pPr lvl="5">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6pPr>
            <a:lvl7pPr lvl="6">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7pPr>
            <a:lvl8pPr lvl="7">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8pPr>
            <a:lvl9pPr lvl="8">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9pPr>
          </a:lstStyle>
          <a:p>
            <a:endParaRPr/>
          </a:p>
        </p:txBody>
      </p:sp>
      <p:sp>
        <p:nvSpPr>
          <p:cNvPr id="462" name="Google Shape;462;p96"/>
          <p:cNvSpPr>
            <a:spLocks noGrp="1"/>
          </p:cNvSpPr>
          <p:nvPr>
            <p:ph type="pic" idx="2"/>
          </p:nvPr>
        </p:nvSpPr>
        <p:spPr>
          <a:xfrm>
            <a:off x="5028888" y="962700"/>
            <a:ext cx="3218100" cy="3218100"/>
          </a:xfrm>
          <a:prstGeom prst="roundRect">
            <a:avLst>
              <a:gd name="adj" fmla="val 1254"/>
            </a:avLst>
          </a:prstGeom>
          <a:noFill/>
          <a:ln>
            <a:noFill/>
          </a:ln>
        </p:spPr>
      </p:sp>
    </p:spTree>
  </p:cSld>
  <p:clrMapOvr>
    <a:masterClrMapping/>
  </p:clrMapOvr>
  <p:extLst>
    <p:ext uri="{DCECCB84-F9BA-43D5-87BE-67443E8EF086}">
      <p15:sldGuideLst xmlns:p15="http://schemas.microsoft.com/office/powerpoint/2012/main">
        <p15:guide id="1" pos="570">
          <p15:clr>
            <a:srgbClr val="E46962"/>
          </p15:clr>
        </p15:guide>
        <p15:guide id="2" pos="5190">
          <p15:clr>
            <a:srgbClr val="E4696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Full width Quote ">
  <p:cSld name="CUSTOM_4_1">
    <p:bg>
      <p:bgPr>
        <a:solidFill>
          <a:schemeClr val="dk1"/>
        </a:solidFill>
        <a:effectLst/>
      </p:bgPr>
    </p:bg>
    <p:spTree>
      <p:nvGrpSpPr>
        <p:cNvPr id="1" name="Shape 463"/>
        <p:cNvGrpSpPr/>
        <p:nvPr/>
      </p:nvGrpSpPr>
      <p:grpSpPr>
        <a:xfrm>
          <a:off x="0" y="0"/>
          <a:ext cx="0" cy="0"/>
          <a:chOff x="0" y="0"/>
          <a:chExt cx="0" cy="0"/>
        </a:xfrm>
      </p:grpSpPr>
      <p:sp>
        <p:nvSpPr>
          <p:cNvPr id="464" name="Google Shape;464;p97"/>
          <p:cNvSpPr txBox="1">
            <a:spLocks noGrp="1"/>
          </p:cNvSpPr>
          <p:nvPr>
            <p:ph type="title"/>
          </p:nvPr>
        </p:nvSpPr>
        <p:spPr>
          <a:xfrm>
            <a:off x="917425" y="3711750"/>
            <a:ext cx="3654600" cy="415200"/>
          </a:xfrm>
          <a:prstGeom prst="rect">
            <a:avLst/>
          </a:prstGeom>
        </p:spPr>
        <p:txBody>
          <a:bodyPr spcFirstLastPara="1" wrap="square" lIns="0" tIns="0" rIns="0" bIns="0" anchor="t" anchorCtr="0">
            <a:noAutofit/>
          </a:bodyPr>
          <a:lstStyle>
            <a:lvl1pPr lvl="0">
              <a:spcBef>
                <a:spcPts val="0"/>
              </a:spcBef>
              <a:spcAft>
                <a:spcPts val="0"/>
              </a:spcAft>
              <a:buClr>
                <a:srgbClr val="97B0CE"/>
              </a:buClr>
              <a:buSzPts val="1800"/>
              <a:buFont typeface="Poppins SemiBold"/>
              <a:buNone/>
              <a:defRPr b="0">
                <a:solidFill>
                  <a:srgbClr val="97B0CE"/>
                </a:solidFill>
                <a:latin typeface="Poppins SemiBold"/>
                <a:ea typeface="Poppins SemiBold"/>
                <a:cs typeface="Poppins SemiBold"/>
                <a:sym typeface="Poppins SemiBold"/>
              </a:defRPr>
            </a:lvl1pPr>
            <a:lvl2pPr lvl="1">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2pPr>
            <a:lvl3pPr lvl="2">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3pPr>
            <a:lvl4pPr lvl="3">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4pPr>
            <a:lvl5pPr lvl="4">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5pPr>
            <a:lvl6pPr lvl="5">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6pPr>
            <a:lvl7pPr lvl="6">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7pPr>
            <a:lvl8pPr lvl="7">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8pPr>
            <a:lvl9pPr lvl="8">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9pPr>
          </a:lstStyle>
          <a:p>
            <a:endParaRPr/>
          </a:p>
        </p:txBody>
      </p:sp>
      <p:sp>
        <p:nvSpPr>
          <p:cNvPr id="465" name="Google Shape;465;p97"/>
          <p:cNvSpPr txBox="1">
            <a:spLocks noGrp="1"/>
          </p:cNvSpPr>
          <p:nvPr>
            <p:ph type="subTitle" idx="1"/>
          </p:nvPr>
        </p:nvSpPr>
        <p:spPr>
          <a:xfrm>
            <a:off x="917425" y="1714500"/>
            <a:ext cx="5483400" cy="1923000"/>
          </a:xfrm>
          <a:prstGeom prst="rect">
            <a:avLst/>
          </a:prstGeom>
        </p:spPr>
        <p:txBody>
          <a:bodyPr spcFirstLastPara="1" wrap="square" lIns="0" tIns="0" rIns="0" bIns="0" anchor="ctr" anchorCtr="0">
            <a:noAutofit/>
          </a:bodyPr>
          <a:lstStyle>
            <a:lvl1pPr lvl="0">
              <a:lnSpc>
                <a:spcPct val="100000"/>
              </a:lnSpc>
              <a:spcBef>
                <a:spcPts val="0"/>
              </a:spcBef>
              <a:spcAft>
                <a:spcPts val="0"/>
              </a:spcAft>
              <a:buSzPts val="3200"/>
              <a:buNone/>
              <a:defRPr sz="3200" b="1">
                <a:solidFill>
                  <a:schemeClr val="lt1"/>
                </a:solidFill>
                <a:latin typeface="Poppins"/>
                <a:ea typeface="Poppins"/>
                <a:cs typeface="Poppins"/>
                <a:sym typeface="Poppins"/>
              </a:defRPr>
            </a:lvl1pPr>
            <a:lvl2pPr lvl="1">
              <a:lnSpc>
                <a:spcPct val="100000"/>
              </a:lnSpc>
              <a:spcBef>
                <a:spcPts val="0"/>
              </a:spcBef>
              <a:spcAft>
                <a:spcPts val="0"/>
              </a:spcAft>
              <a:buSzPts val="3200"/>
              <a:buNone/>
              <a:defRPr sz="3200"/>
            </a:lvl2pPr>
            <a:lvl3pPr lvl="2">
              <a:lnSpc>
                <a:spcPct val="100000"/>
              </a:lnSpc>
              <a:spcBef>
                <a:spcPts val="1000"/>
              </a:spcBef>
              <a:spcAft>
                <a:spcPts val="0"/>
              </a:spcAft>
              <a:buSzPts val="3200"/>
              <a:buNone/>
              <a:defRPr sz="3200"/>
            </a:lvl3pPr>
            <a:lvl4pPr lvl="3">
              <a:lnSpc>
                <a:spcPct val="100000"/>
              </a:lnSpc>
              <a:spcBef>
                <a:spcPts val="1000"/>
              </a:spcBef>
              <a:spcAft>
                <a:spcPts val="0"/>
              </a:spcAft>
              <a:buSzPts val="3200"/>
              <a:buNone/>
              <a:defRPr sz="3200"/>
            </a:lvl4pPr>
            <a:lvl5pPr lvl="4">
              <a:lnSpc>
                <a:spcPct val="100000"/>
              </a:lnSpc>
              <a:spcBef>
                <a:spcPts val="1000"/>
              </a:spcBef>
              <a:spcAft>
                <a:spcPts val="0"/>
              </a:spcAft>
              <a:buSzPts val="3200"/>
              <a:buNone/>
              <a:defRPr sz="3200"/>
            </a:lvl5pPr>
            <a:lvl6pPr lvl="5">
              <a:lnSpc>
                <a:spcPct val="100000"/>
              </a:lnSpc>
              <a:spcBef>
                <a:spcPts val="1000"/>
              </a:spcBef>
              <a:spcAft>
                <a:spcPts val="0"/>
              </a:spcAft>
              <a:buSzPts val="3200"/>
              <a:buNone/>
              <a:defRPr sz="3200"/>
            </a:lvl6pPr>
            <a:lvl7pPr lvl="6">
              <a:lnSpc>
                <a:spcPct val="100000"/>
              </a:lnSpc>
              <a:spcBef>
                <a:spcPts val="1000"/>
              </a:spcBef>
              <a:spcAft>
                <a:spcPts val="0"/>
              </a:spcAft>
              <a:buSzPts val="3200"/>
              <a:buNone/>
              <a:defRPr sz="3200"/>
            </a:lvl7pPr>
            <a:lvl8pPr lvl="7">
              <a:lnSpc>
                <a:spcPct val="100000"/>
              </a:lnSpc>
              <a:spcBef>
                <a:spcPts val="1000"/>
              </a:spcBef>
              <a:spcAft>
                <a:spcPts val="0"/>
              </a:spcAft>
              <a:buSzPts val="3200"/>
              <a:buNone/>
              <a:defRPr sz="3200"/>
            </a:lvl8pPr>
            <a:lvl9pPr lvl="8">
              <a:lnSpc>
                <a:spcPct val="100000"/>
              </a:lnSpc>
              <a:spcBef>
                <a:spcPts val="1000"/>
              </a:spcBef>
              <a:spcAft>
                <a:spcPts val="1000"/>
              </a:spcAft>
              <a:buSzPts val="3200"/>
              <a:buNone/>
              <a:defRPr sz="3200"/>
            </a:lvl9pPr>
          </a:lstStyle>
          <a:p>
            <a:endParaRPr/>
          </a:p>
        </p:txBody>
      </p:sp>
      <p:sp>
        <p:nvSpPr>
          <p:cNvPr id="466" name="Google Shape;466;p97"/>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578">
          <p15:clr>
            <a:srgbClr val="E46962"/>
          </p15:clr>
        </p15:guide>
        <p15:guide id="2" pos="4032">
          <p15:clr>
            <a:srgbClr val="E4696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Quote + Picture Shield">
  <p:cSld name="CUSTOM_8">
    <p:spTree>
      <p:nvGrpSpPr>
        <p:cNvPr id="1" name="Shape 467"/>
        <p:cNvGrpSpPr/>
        <p:nvPr/>
      </p:nvGrpSpPr>
      <p:grpSpPr>
        <a:xfrm>
          <a:off x="0" y="0"/>
          <a:ext cx="0" cy="0"/>
          <a:chOff x="0" y="0"/>
          <a:chExt cx="0" cy="0"/>
        </a:xfrm>
      </p:grpSpPr>
      <p:sp>
        <p:nvSpPr>
          <p:cNvPr id="468" name="Google Shape;468;p98"/>
          <p:cNvSpPr txBox="1">
            <a:spLocks noGrp="1"/>
          </p:cNvSpPr>
          <p:nvPr>
            <p:ph type="title"/>
          </p:nvPr>
        </p:nvSpPr>
        <p:spPr>
          <a:xfrm>
            <a:off x="914400" y="1830350"/>
            <a:ext cx="3197700" cy="2741700"/>
          </a:xfrm>
          <a:prstGeom prst="rect">
            <a:avLst/>
          </a:prstGeom>
        </p:spPr>
        <p:txBody>
          <a:bodyPr spcFirstLastPara="1" wrap="square" lIns="0" tIns="0" rIns="0" bIns="0" anchor="t" anchorCtr="0">
            <a:noAutofit/>
          </a:bodyPr>
          <a:lstStyle>
            <a:lvl1pPr lvl="0">
              <a:spcBef>
                <a:spcPts val="0"/>
              </a:spcBef>
              <a:spcAft>
                <a:spcPts val="0"/>
              </a:spcAft>
              <a:buSzPts val="1400"/>
              <a:buFont typeface="Poppins SemiBold"/>
              <a:buNone/>
              <a:defRPr sz="1400" b="0">
                <a:latin typeface="Poppins SemiBold"/>
                <a:ea typeface="Poppins SemiBold"/>
                <a:cs typeface="Poppins SemiBold"/>
                <a:sym typeface="Poppins SemiBold"/>
              </a:defRPr>
            </a:lvl1pPr>
            <a:lvl2pPr lvl="1">
              <a:spcBef>
                <a:spcPts val="0"/>
              </a:spcBef>
              <a:spcAft>
                <a:spcPts val="0"/>
              </a:spcAft>
              <a:buSzPts val="1400"/>
              <a:buFont typeface="Poppins SemiBold"/>
              <a:buNone/>
              <a:defRPr sz="1400">
                <a:latin typeface="Poppins SemiBold"/>
                <a:ea typeface="Poppins SemiBold"/>
                <a:cs typeface="Poppins SemiBold"/>
                <a:sym typeface="Poppins SemiBold"/>
              </a:defRPr>
            </a:lvl2pPr>
            <a:lvl3pPr lvl="2">
              <a:spcBef>
                <a:spcPts val="0"/>
              </a:spcBef>
              <a:spcAft>
                <a:spcPts val="0"/>
              </a:spcAft>
              <a:buSzPts val="1400"/>
              <a:buFont typeface="Poppins SemiBold"/>
              <a:buNone/>
              <a:defRPr sz="1400">
                <a:latin typeface="Poppins SemiBold"/>
                <a:ea typeface="Poppins SemiBold"/>
                <a:cs typeface="Poppins SemiBold"/>
                <a:sym typeface="Poppins SemiBold"/>
              </a:defRPr>
            </a:lvl3pPr>
            <a:lvl4pPr lvl="3">
              <a:spcBef>
                <a:spcPts val="0"/>
              </a:spcBef>
              <a:spcAft>
                <a:spcPts val="0"/>
              </a:spcAft>
              <a:buSzPts val="1400"/>
              <a:buFont typeface="Poppins SemiBold"/>
              <a:buNone/>
              <a:defRPr sz="1400">
                <a:latin typeface="Poppins SemiBold"/>
                <a:ea typeface="Poppins SemiBold"/>
                <a:cs typeface="Poppins SemiBold"/>
                <a:sym typeface="Poppins SemiBold"/>
              </a:defRPr>
            </a:lvl4pPr>
            <a:lvl5pPr lvl="4">
              <a:spcBef>
                <a:spcPts val="0"/>
              </a:spcBef>
              <a:spcAft>
                <a:spcPts val="0"/>
              </a:spcAft>
              <a:buSzPts val="1400"/>
              <a:buFont typeface="Poppins SemiBold"/>
              <a:buNone/>
              <a:defRPr sz="1400">
                <a:latin typeface="Poppins SemiBold"/>
                <a:ea typeface="Poppins SemiBold"/>
                <a:cs typeface="Poppins SemiBold"/>
                <a:sym typeface="Poppins SemiBold"/>
              </a:defRPr>
            </a:lvl5pPr>
            <a:lvl6pPr lvl="5">
              <a:spcBef>
                <a:spcPts val="0"/>
              </a:spcBef>
              <a:spcAft>
                <a:spcPts val="0"/>
              </a:spcAft>
              <a:buSzPts val="1400"/>
              <a:buFont typeface="Poppins SemiBold"/>
              <a:buNone/>
              <a:defRPr sz="1400">
                <a:latin typeface="Poppins SemiBold"/>
                <a:ea typeface="Poppins SemiBold"/>
                <a:cs typeface="Poppins SemiBold"/>
                <a:sym typeface="Poppins SemiBold"/>
              </a:defRPr>
            </a:lvl6pPr>
            <a:lvl7pPr lvl="6">
              <a:spcBef>
                <a:spcPts val="0"/>
              </a:spcBef>
              <a:spcAft>
                <a:spcPts val="0"/>
              </a:spcAft>
              <a:buSzPts val="1400"/>
              <a:buFont typeface="Poppins SemiBold"/>
              <a:buNone/>
              <a:defRPr sz="1400">
                <a:latin typeface="Poppins SemiBold"/>
                <a:ea typeface="Poppins SemiBold"/>
                <a:cs typeface="Poppins SemiBold"/>
                <a:sym typeface="Poppins SemiBold"/>
              </a:defRPr>
            </a:lvl7pPr>
            <a:lvl8pPr lvl="7">
              <a:spcBef>
                <a:spcPts val="0"/>
              </a:spcBef>
              <a:spcAft>
                <a:spcPts val="0"/>
              </a:spcAft>
              <a:buSzPts val="1400"/>
              <a:buFont typeface="Poppins SemiBold"/>
              <a:buNone/>
              <a:defRPr sz="1400">
                <a:latin typeface="Poppins SemiBold"/>
                <a:ea typeface="Poppins SemiBold"/>
                <a:cs typeface="Poppins SemiBold"/>
                <a:sym typeface="Poppins SemiBold"/>
              </a:defRPr>
            </a:lvl8pPr>
            <a:lvl9pPr lvl="8">
              <a:spcBef>
                <a:spcPts val="0"/>
              </a:spcBef>
              <a:spcAft>
                <a:spcPts val="0"/>
              </a:spcAft>
              <a:buSzPts val="1400"/>
              <a:buFont typeface="Poppins SemiBold"/>
              <a:buNone/>
              <a:defRPr sz="1400">
                <a:latin typeface="Poppins SemiBold"/>
                <a:ea typeface="Poppins SemiBold"/>
                <a:cs typeface="Poppins SemiBold"/>
                <a:sym typeface="Poppins SemiBold"/>
              </a:defRPr>
            </a:lvl9pPr>
          </a:lstStyle>
          <a:p>
            <a:endParaRPr/>
          </a:p>
        </p:txBody>
      </p:sp>
      <p:sp>
        <p:nvSpPr>
          <p:cNvPr id="469" name="Google Shape;469;p98"/>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576">
          <p15:clr>
            <a:srgbClr val="E46962"/>
          </p15:clr>
        </p15:guide>
        <p15:guide id="2" pos="5184">
          <p15:clr>
            <a:srgbClr val="E4696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Half screen quote">
  <p:cSld name="CUSTOM_8_1">
    <p:spTree>
      <p:nvGrpSpPr>
        <p:cNvPr id="1" name="Shape 470"/>
        <p:cNvGrpSpPr/>
        <p:nvPr/>
      </p:nvGrpSpPr>
      <p:grpSpPr>
        <a:xfrm>
          <a:off x="0" y="0"/>
          <a:ext cx="0" cy="0"/>
          <a:chOff x="0" y="0"/>
          <a:chExt cx="0" cy="0"/>
        </a:xfrm>
      </p:grpSpPr>
      <p:sp>
        <p:nvSpPr>
          <p:cNvPr id="471" name="Google Shape;471;p99"/>
          <p:cNvSpPr txBox="1">
            <a:spLocks noGrp="1"/>
          </p:cNvSpPr>
          <p:nvPr>
            <p:ph type="title"/>
          </p:nvPr>
        </p:nvSpPr>
        <p:spPr>
          <a:xfrm>
            <a:off x="5139900" y="1823725"/>
            <a:ext cx="3089700" cy="1743300"/>
          </a:xfrm>
          <a:prstGeom prst="rect">
            <a:avLst/>
          </a:prstGeom>
        </p:spPr>
        <p:txBody>
          <a:bodyPr spcFirstLastPara="1" wrap="square" lIns="0" tIns="0" rIns="0" bIns="0" anchor="t" anchorCtr="0">
            <a:spAutoFit/>
          </a:bodyPr>
          <a:lstStyle>
            <a:lvl1pPr lvl="0">
              <a:spcBef>
                <a:spcPts val="0"/>
              </a:spcBef>
              <a:spcAft>
                <a:spcPts val="0"/>
              </a:spcAft>
              <a:buClr>
                <a:schemeClr val="lt1"/>
              </a:buClr>
              <a:buSzPts val="1400"/>
              <a:buFont typeface="Poppins SemiBold"/>
              <a:buNone/>
              <a:defRPr sz="1400" b="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a:endParaRPr/>
          </a:p>
        </p:txBody>
      </p:sp>
      <p:sp>
        <p:nvSpPr>
          <p:cNvPr id="472" name="Google Shape;472;p99"/>
          <p:cNvSpPr txBox="1">
            <a:spLocks noGrp="1"/>
          </p:cNvSpPr>
          <p:nvPr>
            <p:ph type="title" idx="2"/>
          </p:nvPr>
        </p:nvSpPr>
        <p:spPr>
          <a:xfrm>
            <a:off x="571500" y="800100"/>
            <a:ext cx="30897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473" name="Google Shape;473;p99"/>
          <p:cNvSpPr txBox="1">
            <a:spLocks noGrp="1"/>
          </p:cNvSpPr>
          <p:nvPr>
            <p:ph type="body" idx="1"/>
          </p:nvPr>
        </p:nvSpPr>
        <p:spPr>
          <a:xfrm>
            <a:off x="571500" y="1714500"/>
            <a:ext cx="30897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474" name="Google Shape;474;p99"/>
          <p:cNvSpPr txBox="1">
            <a:spLocks noGrp="1"/>
          </p:cNvSpPr>
          <p:nvPr>
            <p:ph type="title" idx="3"/>
          </p:nvPr>
        </p:nvSpPr>
        <p:spPr>
          <a:xfrm>
            <a:off x="5139900" y="4108200"/>
            <a:ext cx="3089700" cy="231900"/>
          </a:xfrm>
          <a:prstGeom prst="rect">
            <a:avLst/>
          </a:prstGeom>
        </p:spPr>
        <p:txBody>
          <a:bodyPr spcFirstLastPara="1" wrap="square" lIns="0" tIns="0" rIns="0" bIns="0" anchor="t" anchorCtr="0">
            <a:spAutoFit/>
          </a:bodyPr>
          <a:lstStyle>
            <a:lvl1pPr lvl="0">
              <a:spcBef>
                <a:spcPts val="0"/>
              </a:spcBef>
              <a:spcAft>
                <a:spcPts val="0"/>
              </a:spcAft>
              <a:buClr>
                <a:schemeClr val="lt1"/>
              </a:buClr>
              <a:buSzPts val="1000"/>
              <a:buFont typeface="Poppins SemiBold"/>
              <a:buNone/>
              <a:defRPr sz="1000" b="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a:endParaRPr/>
          </a:p>
        </p:txBody>
      </p:sp>
      <p:sp>
        <p:nvSpPr>
          <p:cNvPr id="475" name="Google Shape;475;p99"/>
          <p:cNvSpPr txBox="1">
            <a:spLocks noGrp="1"/>
          </p:cNvSpPr>
          <p:nvPr>
            <p:ph type="body" idx="4"/>
          </p:nvPr>
        </p:nvSpPr>
        <p:spPr>
          <a:xfrm>
            <a:off x="5139900" y="4340100"/>
            <a:ext cx="3089700" cy="231900"/>
          </a:xfrm>
          <a:prstGeom prst="rect">
            <a:avLst/>
          </a:prstGeom>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marL="914400" lvl="1" indent="-2921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marL="1371600" lvl="2" indent="-29210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3pPr>
            <a:lvl4pPr marL="1828800" lvl="3" indent="-29210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4pPr>
            <a:lvl5pPr marL="2286000" lvl="4" indent="-29210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5pPr>
            <a:lvl6pPr marL="2743200" lvl="5" indent="-29210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6pPr>
            <a:lvl7pPr marL="3200400" lvl="6" indent="-29210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7pPr>
            <a:lvl8pPr marL="3657600" lvl="7" indent="-29210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8pPr>
            <a:lvl9pPr marL="4114800" lvl="8" indent="-292100">
              <a:lnSpc>
                <a:spcPct val="115000"/>
              </a:lnSpc>
              <a:spcBef>
                <a:spcPts val="1000"/>
              </a:spcBef>
              <a:spcAft>
                <a:spcPts val="1000"/>
              </a:spcAft>
              <a:buClr>
                <a:schemeClr val="lt1"/>
              </a:buClr>
              <a:buSzPts val="1000"/>
              <a:buFont typeface="Lato"/>
              <a:buChar char="■"/>
              <a:defRPr>
                <a:solidFill>
                  <a:schemeClr val="lt1"/>
                </a:solidFill>
                <a:latin typeface="Lato"/>
                <a:ea typeface="Lato"/>
                <a:cs typeface="Lato"/>
                <a:sym typeface="Lato"/>
              </a:defRPr>
            </a:lvl9pPr>
          </a:lstStyle>
          <a:p>
            <a:endParaRPr/>
          </a:p>
        </p:txBody>
      </p:sp>
      <p:sp>
        <p:nvSpPr>
          <p:cNvPr id="476" name="Google Shape;476;p99"/>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576">
          <p15:clr>
            <a:srgbClr val="E46962"/>
          </p15:clr>
        </p15:guide>
        <p15:guide id="2" pos="5184">
          <p15:clr>
            <a:srgbClr val="E4696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7"/>
        <p:cNvGrpSpPr/>
        <p:nvPr/>
      </p:nvGrpSpPr>
      <p:grpSpPr>
        <a:xfrm>
          <a:off x="0" y="0"/>
          <a:ext cx="0" cy="0"/>
          <a:chOff x="0" y="0"/>
          <a:chExt cx="0" cy="0"/>
        </a:xfrm>
      </p:grpSpPr>
      <p:sp>
        <p:nvSpPr>
          <p:cNvPr id="478" name="Google Shape;478;p100"/>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extLst>
    <p:ext uri="{DCECCB84-F9BA-43D5-87BE-67443E8EF086}">
      <p15:sldGuideLst xmlns:p15="http://schemas.microsoft.com/office/powerpoint/2012/main">
        <p15:guide id="1" pos="2880">
          <p15:clr>
            <a:srgbClr val="E46962"/>
          </p15:clr>
        </p15:guide>
        <p15:guide id="2" orient="horz" pos="1656">
          <p15:clr>
            <a:srgbClr val="E4696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Idea principal 3">
  <p:cSld name="MAIN_POINT_1_1_1">
    <p:bg>
      <p:bgPr>
        <a:solidFill>
          <a:srgbClr val="C1C0CE"/>
        </a:solidFill>
        <a:effectLst/>
      </p:bgPr>
    </p:bg>
    <p:spTree>
      <p:nvGrpSpPr>
        <p:cNvPr id="1" name="Shape 479"/>
        <p:cNvGrpSpPr/>
        <p:nvPr/>
      </p:nvGrpSpPr>
      <p:grpSpPr>
        <a:xfrm>
          <a:off x="0" y="0"/>
          <a:ext cx="0" cy="0"/>
          <a:chOff x="0" y="0"/>
          <a:chExt cx="0" cy="0"/>
        </a:xfrm>
      </p:grpSpPr>
      <p:sp>
        <p:nvSpPr>
          <p:cNvPr id="480" name="Google Shape;480;p101"/>
          <p:cNvSpPr txBox="1">
            <a:spLocks noGrp="1"/>
          </p:cNvSpPr>
          <p:nvPr>
            <p:ph type="title"/>
          </p:nvPr>
        </p:nvSpPr>
        <p:spPr>
          <a:xfrm>
            <a:off x="1368000" y="1903775"/>
            <a:ext cx="4574400" cy="991800"/>
          </a:xfrm>
          <a:prstGeom prst="rect">
            <a:avLst/>
          </a:prstGeom>
        </p:spPr>
        <p:txBody>
          <a:bodyPr spcFirstLastPara="1" wrap="square" lIns="0" tIns="0" rIns="0" bIns="0" anchor="ctr" anchorCtr="0">
            <a:noAutofit/>
          </a:bodyPr>
          <a:lstStyle>
            <a:lvl1pPr lvl="0">
              <a:spcBef>
                <a:spcPts val="0"/>
              </a:spcBef>
              <a:spcAft>
                <a:spcPts val="0"/>
              </a:spcAft>
              <a:buClr>
                <a:srgbClr val="FCFCFC"/>
              </a:buClr>
              <a:buSzPts val="4800"/>
              <a:buNone/>
              <a:defRPr sz="2600"/>
            </a:lvl1pPr>
            <a:lvl2pPr lvl="1">
              <a:spcBef>
                <a:spcPts val="0"/>
              </a:spcBef>
              <a:spcAft>
                <a:spcPts val="0"/>
              </a:spcAft>
              <a:buClr>
                <a:srgbClr val="FCFCFC"/>
              </a:buClr>
              <a:buSzPts val="4800"/>
              <a:buNone/>
              <a:defRPr sz="4800">
                <a:solidFill>
                  <a:srgbClr val="FCFCFC"/>
                </a:solidFill>
              </a:defRPr>
            </a:lvl2pPr>
            <a:lvl3pPr lvl="2">
              <a:spcBef>
                <a:spcPts val="0"/>
              </a:spcBef>
              <a:spcAft>
                <a:spcPts val="0"/>
              </a:spcAft>
              <a:buClr>
                <a:srgbClr val="FCFCFC"/>
              </a:buClr>
              <a:buSzPts val="4800"/>
              <a:buNone/>
              <a:defRPr sz="4800">
                <a:solidFill>
                  <a:srgbClr val="FCFCFC"/>
                </a:solidFill>
              </a:defRPr>
            </a:lvl3pPr>
            <a:lvl4pPr lvl="3">
              <a:spcBef>
                <a:spcPts val="0"/>
              </a:spcBef>
              <a:spcAft>
                <a:spcPts val="0"/>
              </a:spcAft>
              <a:buClr>
                <a:srgbClr val="FCFCFC"/>
              </a:buClr>
              <a:buSzPts val="4800"/>
              <a:buNone/>
              <a:defRPr sz="4800">
                <a:solidFill>
                  <a:srgbClr val="FCFCFC"/>
                </a:solidFill>
              </a:defRPr>
            </a:lvl4pPr>
            <a:lvl5pPr lvl="4">
              <a:spcBef>
                <a:spcPts val="0"/>
              </a:spcBef>
              <a:spcAft>
                <a:spcPts val="0"/>
              </a:spcAft>
              <a:buClr>
                <a:srgbClr val="FCFCFC"/>
              </a:buClr>
              <a:buSzPts val="4800"/>
              <a:buNone/>
              <a:defRPr sz="4800">
                <a:solidFill>
                  <a:srgbClr val="FCFCFC"/>
                </a:solidFill>
              </a:defRPr>
            </a:lvl5pPr>
            <a:lvl6pPr lvl="5">
              <a:spcBef>
                <a:spcPts val="0"/>
              </a:spcBef>
              <a:spcAft>
                <a:spcPts val="0"/>
              </a:spcAft>
              <a:buClr>
                <a:srgbClr val="FCFCFC"/>
              </a:buClr>
              <a:buSzPts val="4800"/>
              <a:buNone/>
              <a:defRPr sz="4800">
                <a:solidFill>
                  <a:srgbClr val="FCFCFC"/>
                </a:solidFill>
              </a:defRPr>
            </a:lvl6pPr>
            <a:lvl7pPr lvl="6">
              <a:spcBef>
                <a:spcPts val="0"/>
              </a:spcBef>
              <a:spcAft>
                <a:spcPts val="0"/>
              </a:spcAft>
              <a:buClr>
                <a:srgbClr val="FCFCFC"/>
              </a:buClr>
              <a:buSzPts val="4800"/>
              <a:buNone/>
              <a:defRPr sz="4800">
                <a:solidFill>
                  <a:srgbClr val="FCFCFC"/>
                </a:solidFill>
              </a:defRPr>
            </a:lvl7pPr>
            <a:lvl8pPr lvl="7">
              <a:spcBef>
                <a:spcPts val="0"/>
              </a:spcBef>
              <a:spcAft>
                <a:spcPts val="0"/>
              </a:spcAft>
              <a:buClr>
                <a:srgbClr val="FCFCFC"/>
              </a:buClr>
              <a:buSzPts val="4800"/>
              <a:buNone/>
              <a:defRPr sz="4800">
                <a:solidFill>
                  <a:srgbClr val="FCFCFC"/>
                </a:solidFill>
              </a:defRPr>
            </a:lvl8pPr>
            <a:lvl9pPr lvl="8">
              <a:spcBef>
                <a:spcPts val="0"/>
              </a:spcBef>
              <a:spcAft>
                <a:spcPts val="0"/>
              </a:spcAft>
              <a:buClr>
                <a:srgbClr val="FCFCFC"/>
              </a:buClr>
              <a:buSzPts val="4800"/>
              <a:buNone/>
              <a:defRPr sz="4800">
                <a:solidFill>
                  <a:srgbClr val="FCFCFC"/>
                </a:solidFill>
              </a:defRPr>
            </a:lvl9pPr>
          </a:lstStyle>
          <a:p>
            <a:endParaRPr/>
          </a:p>
        </p:txBody>
      </p:sp>
      <p:sp>
        <p:nvSpPr>
          <p:cNvPr id="481" name="Google Shape;481;p10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
        <p:nvSpPr>
          <p:cNvPr id="482" name="Google Shape;482;p101"/>
          <p:cNvSpPr txBox="1">
            <a:spLocks noGrp="1"/>
          </p:cNvSpPr>
          <p:nvPr>
            <p:ph type="title" idx="2"/>
          </p:nvPr>
        </p:nvSpPr>
        <p:spPr>
          <a:xfrm>
            <a:off x="1368000" y="1402075"/>
            <a:ext cx="4574400" cy="538800"/>
          </a:xfrm>
          <a:prstGeom prst="rect">
            <a:avLst/>
          </a:prstGeom>
        </p:spPr>
        <p:txBody>
          <a:bodyPr spcFirstLastPara="1" wrap="square" lIns="0" tIns="0" rIns="0" bIns="0" anchor="ctr" anchorCtr="0">
            <a:noAutofit/>
          </a:bodyPr>
          <a:lstStyle>
            <a:lvl1pPr lvl="0">
              <a:spcBef>
                <a:spcPts val="0"/>
              </a:spcBef>
              <a:spcAft>
                <a:spcPts val="0"/>
              </a:spcAft>
              <a:buClr>
                <a:srgbClr val="FCFCFC"/>
              </a:buClr>
              <a:buSzPts val="4800"/>
              <a:buNone/>
              <a:defRPr>
                <a:solidFill>
                  <a:schemeClr val="accent4"/>
                </a:solidFill>
              </a:defRPr>
            </a:lvl1pPr>
            <a:lvl2pPr lvl="1">
              <a:spcBef>
                <a:spcPts val="0"/>
              </a:spcBef>
              <a:spcAft>
                <a:spcPts val="0"/>
              </a:spcAft>
              <a:buClr>
                <a:srgbClr val="FCFCFC"/>
              </a:buClr>
              <a:buSzPts val="4800"/>
              <a:buNone/>
              <a:defRPr sz="4800">
                <a:solidFill>
                  <a:srgbClr val="FCFCFC"/>
                </a:solidFill>
              </a:defRPr>
            </a:lvl2pPr>
            <a:lvl3pPr lvl="2">
              <a:spcBef>
                <a:spcPts val="0"/>
              </a:spcBef>
              <a:spcAft>
                <a:spcPts val="0"/>
              </a:spcAft>
              <a:buClr>
                <a:srgbClr val="FCFCFC"/>
              </a:buClr>
              <a:buSzPts val="4800"/>
              <a:buNone/>
              <a:defRPr sz="4800">
                <a:solidFill>
                  <a:srgbClr val="FCFCFC"/>
                </a:solidFill>
              </a:defRPr>
            </a:lvl3pPr>
            <a:lvl4pPr lvl="3">
              <a:spcBef>
                <a:spcPts val="0"/>
              </a:spcBef>
              <a:spcAft>
                <a:spcPts val="0"/>
              </a:spcAft>
              <a:buClr>
                <a:srgbClr val="FCFCFC"/>
              </a:buClr>
              <a:buSzPts val="4800"/>
              <a:buNone/>
              <a:defRPr sz="4800">
                <a:solidFill>
                  <a:srgbClr val="FCFCFC"/>
                </a:solidFill>
              </a:defRPr>
            </a:lvl4pPr>
            <a:lvl5pPr lvl="4">
              <a:spcBef>
                <a:spcPts val="0"/>
              </a:spcBef>
              <a:spcAft>
                <a:spcPts val="0"/>
              </a:spcAft>
              <a:buClr>
                <a:srgbClr val="FCFCFC"/>
              </a:buClr>
              <a:buSzPts val="4800"/>
              <a:buNone/>
              <a:defRPr sz="4800">
                <a:solidFill>
                  <a:srgbClr val="FCFCFC"/>
                </a:solidFill>
              </a:defRPr>
            </a:lvl5pPr>
            <a:lvl6pPr lvl="5">
              <a:spcBef>
                <a:spcPts val="0"/>
              </a:spcBef>
              <a:spcAft>
                <a:spcPts val="0"/>
              </a:spcAft>
              <a:buClr>
                <a:srgbClr val="FCFCFC"/>
              </a:buClr>
              <a:buSzPts val="4800"/>
              <a:buNone/>
              <a:defRPr sz="4800">
                <a:solidFill>
                  <a:srgbClr val="FCFCFC"/>
                </a:solidFill>
              </a:defRPr>
            </a:lvl6pPr>
            <a:lvl7pPr lvl="6">
              <a:spcBef>
                <a:spcPts val="0"/>
              </a:spcBef>
              <a:spcAft>
                <a:spcPts val="0"/>
              </a:spcAft>
              <a:buClr>
                <a:srgbClr val="FCFCFC"/>
              </a:buClr>
              <a:buSzPts val="4800"/>
              <a:buNone/>
              <a:defRPr sz="4800">
                <a:solidFill>
                  <a:srgbClr val="FCFCFC"/>
                </a:solidFill>
              </a:defRPr>
            </a:lvl7pPr>
            <a:lvl8pPr lvl="7">
              <a:spcBef>
                <a:spcPts val="0"/>
              </a:spcBef>
              <a:spcAft>
                <a:spcPts val="0"/>
              </a:spcAft>
              <a:buClr>
                <a:srgbClr val="FCFCFC"/>
              </a:buClr>
              <a:buSzPts val="4800"/>
              <a:buNone/>
              <a:defRPr sz="4800">
                <a:solidFill>
                  <a:srgbClr val="FCFCFC"/>
                </a:solidFill>
              </a:defRPr>
            </a:lvl8pPr>
            <a:lvl9pPr lvl="8">
              <a:spcBef>
                <a:spcPts val="0"/>
              </a:spcBef>
              <a:spcAft>
                <a:spcPts val="0"/>
              </a:spcAft>
              <a:buClr>
                <a:srgbClr val="FCFCFC"/>
              </a:buClr>
              <a:buSzPts val="4800"/>
              <a:buNone/>
              <a:defRPr sz="4800">
                <a:solidFill>
                  <a:srgbClr val="FCFCFC"/>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slideLayout" Target="../slideLayouts/slideLayout60.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theme" Target="../theme/theme2.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71500" y="800100"/>
            <a:ext cx="4000500" cy="914400"/>
          </a:xfrm>
          <a:prstGeom prst="rect">
            <a:avLst/>
          </a:prstGeom>
          <a:noFill/>
          <a:ln>
            <a:noFill/>
          </a:ln>
        </p:spPr>
        <p:txBody>
          <a:bodyPr spcFirstLastPara="1" wrap="square" lIns="0" tIns="0" rIns="0" bIns="0" anchor="ctr" anchorCtr="0">
            <a:noAutofit/>
          </a:bodyPr>
          <a:lstStyle>
            <a:lvl1pPr lvl="0">
              <a:lnSpc>
                <a:spcPct val="115000"/>
              </a:lnSpc>
              <a:spcBef>
                <a:spcPts val="0"/>
              </a:spcBef>
              <a:spcAft>
                <a:spcPts val="0"/>
              </a:spcAft>
              <a:buClr>
                <a:schemeClr val="lt2"/>
              </a:buClr>
              <a:buSzPts val="1800"/>
              <a:buFont typeface="Poppins"/>
              <a:buNone/>
              <a:defRPr sz="1800" b="1">
                <a:solidFill>
                  <a:schemeClr val="lt2"/>
                </a:solidFill>
                <a:latin typeface="Poppins"/>
                <a:ea typeface="Poppins"/>
                <a:cs typeface="Poppins"/>
                <a:sym typeface="Poppins"/>
              </a:defRPr>
            </a:lvl1pPr>
            <a:lvl2pPr lvl="1">
              <a:lnSpc>
                <a:spcPct val="115000"/>
              </a:lnSpc>
              <a:spcBef>
                <a:spcPts val="0"/>
              </a:spcBef>
              <a:spcAft>
                <a:spcPts val="0"/>
              </a:spcAft>
              <a:buClr>
                <a:schemeClr val="lt2"/>
              </a:buClr>
              <a:buSzPts val="1800"/>
              <a:buNone/>
              <a:defRPr sz="1800">
                <a:solidFill>
                  <a:schemeClr val="lt2"/>
                </a:solidFill>
              </a:defRPr>
            </a:lvl2pPr>
            <a:lvl3pPr lvl="2">
              <a:lnSpc>
                <a:spcPct val="115000"/>
              </a:lnSpc>
              <a:spcBef>
                <a:spcPts val="0"/>
              </a:spcBef>
              <a:spcAft>
                <a:spcPts val="0"/>
              </a:spcAft>
              <a:buClr>
                <a:schemeClr val="lt2"/>
              </a:buClr>
              <a:buSzPts val="1800"/>
              <a:buNone/>
              <a:defRPr sz="1800">
                <a:solidFill>
                  <a:schemeClr val="lt2"/>
                </a:solidFill>
              </a:defRPr>
            </a:lvl3pPr>
            <a:lvl4pPr lvl="3">
              <a:lnSpc>
                <a:spcPct val="115000"/>
              </a:lnSpc>
              <a:spcBef>
                <a:spcPts val="0"/>
              </a:spcBef>
              <a:spcAft>
                <a:spcPts val="0"/>
              </a:spcAft>
              <a:buClr>
                <a:schemeClr val="lt2"/>
              </a:buClr>
              <a:buSzPts val="1800"/>
              <a:buNone/>
              <a:defRPr sz="1800">
                <a:solidFill>
                  <a:schemeClr val="lt2"/>
                </a:solidFill>
              </a:defRPr>
            </a:lvl4pPr>
            <a:lvl5pPr lvl="4">
              <a:lnSpc>
                <a:spcPct val="115000"/>
              </a:lnSpc>
              <a:spcBef>
                <a:spcPts val="0"/>
              </a:spcBef>
              <a:spcAft>
                <a:spcPts val="0"/>
              </a:spcAft>
              <a:buClr>
                <a:schemeClr val="lt2"/>
              </a:buClr>
              <a:buSzPts val="1800"/>
              <a:buNone/>
              <a:defRPr sz="1800">
                <a:solidFill>
                  <a:schemeClr val="lt2"/>
                </a:solidFill>
              </a:defRPr>
            </a:lvl5pPr>
            <a:lvl6pPr lvl="5">
              <a:lnSpc>
                <a:spcPct val="115000"/>
              </a:lnSpc>
              <a:spcBef>
                <a:spcPts val="0"/>
              </a:spcBef>
              <a:spcAft>
                <a:spcPts val="0"/>
              </a:spcAft>
              <a:buClr>
                <a:schemeClr val="lt2"/>
              </a:buClr>
              <a:buSzPts val="1800"/>
              <a:buNone/>
              <a:defRPr sz="1800">
                <a:solidFill>
                  <a:schemeClr val="lt2"/>
                </a:solidFill>
              </a:defRPr>
            </a:lvl6pPr>
            <a:lvl7pPr lvl="6">
              <a:lnSpc>
                <a:spcPct val="115000"/>
              </a:lnSpc>
              <a:spcBef>
                <a:spcPts val="0"/>
              </a:spcBef>
              <a:spcAft>
                <a:spcPts val="0"/>
              </a:spcAft>
              <a:buClr>
                <a:schemeClr val="lt2"/>
              </a:buClr>
              <a:buSzPts val="1800"/>
              <a:buNone/>
              <a:defRPr sz="1800">
                <a:solidFill>
                  <a:schemeClr val="lt2"/>
                </a:solidFill>
              </a:defRPr>
            </a:lvl7pPr>
            <a:lvl8pPr lvl="7">
              <a:lnSpc>
                <a:spcPct val="115000"/>
              </a:lnSpc>
              <a:spcBef>
                <a:spcPts val="0"/>
              </a:spcBef>
              <a:spcAft>
                <a:spcPts val="0"/>
              </a:spcAft>
              <a:buClr>
                <a:schemeClr val="lt2"/>
              </a:buClr>
              <a:buSzPts val="1800"/>
              <a:buNone/>
              <a:defRPr sz="1800">
                <a:solidFill>
                  <a:schemeClr val="lt2"/>
                </a:solidFill>
              </a:defRPr>
            </a:lvl8pPr>
            <a:lvl9pPr lvl="8">
              <a:lnSpc>
                <a:spcPct val="115000"/>
              </a:lnSpc>
              <a:spcBef>
                <a:spcPts val="0"/>
              </a:spcBef>
              <a:spcAft>
                <a:spcPts val="0"/>
              </a:spcAft>
              <a:buClr>
                <a:schemeClr val="lt2"/>
              </a:buClr>
              <a:buSzPts val="1800"/>
              <a:buNone/>
              <a:defRPr sz="1800">
                <a:solidFill>
                  <a:schemeClr val="lt2"/>
                </a:solidFill>
              </a:defRPr>
            </a:lvl9pPr>
          </a:lstStyle>
          <a:p>
            <a:endParaRPr/>
          </a:p>
        </p:txBody>
      </p:sp>
      <p:sp>
        <p:nvSpPr>
          <p:cNvPr id="7" name="Google Shape;7;p1"/>
          <p:cNvSpPr txBox="1">
            <a:spLocks noGrp="1"/>
          </p:cNvSpPr>
          <p:nvPr>
            <p:ph type="body" idx="1"/>
          </p:nvPr>
        </p:nvSpPr>
        <p:spPr>
          <a:xfrm>
            <a:off x="571500" y="1714500"/>
            <a:ext cx="4000500" cy="2857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72500" y="4572004"/>
            <a:ext cx="571500" cy="571500"/>
          </a:xfrm>
          <a:prstGeom prst="rect">
            <a:avLst/>
          </a:prstGeom>
          <a:noFill/>
          <a:ln>
            <a:noFill/>
          </a:ln>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8" r:id="rId29"/>
    <p:sldLayoutId id="2147483679" r:id="rId30"/>
    <p:sldLayoutId id="2147483680"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60">
          <p15:clr>
            <a:srgbClr val="E46962"/>
          </p15:clr>
        </p15:guide>
        <p15:guide id="2" pos="5400">
          <p15:clr>
            <a:srgbClr val="E46962"/>
          </p15:clr>
        </p15:guide>
        <p15:guide id="3" orient="horz" pos="360">
          <p15:clr>
            <a:srgbClr val="E46962"/>
          </p15:clr>
        </p15:guide>
        <p15:guide id="4" orient="horz" pos="2880">
          <p15:clr>
            <a:srgbClr val="E46962"/>
          </p15:clr>
        </p15:guide>
        <p15:guide id="5" orient="horz" pos="504">
          <p15:clr>
            <a:srgbClr val="E46962"/>
          </p15:clr>
        </p15:guide>
        <p15:guide id="6" pos="2880">
          <p15:clr>
            <a:srgbClr val="E46962"/>
          </p15:clr>
        </p15:guide>
        <p15:guide id="7" orient="horz" pos="1080">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328"/>
        <p:cNvGrpSpPr/>
        <p:nvPr/>
      </p:nvGrpSpPr>
      <p:grpSpPr>
        <a:xfrm>
          <a:off x="0" y="0"/>
          <a:ext cx="0" cy="0"/>
          <a:chOff x="0" y="0"/>
          <a:chExt cx="0" cy="0"/>
        </a:xfrm>
      </p:grpSpPr>
      <p:sp>
        <p:nvSpPr>
          <p:cNvPr id="329" name="Google Shape;329;p70"/>
          <p:cNvSpPr txBox="1">
            <a:spLocks noGrp="1"/>
          </p:cNvSpPr>
          <p:nvPr>
            <p:ph type="title"/>
          </p:nvPr>
        </p:nvSpPr>
        <p:spPr>
          <a:xfrm>
            <a:off x="571500" y="800100"/>
            <a:ext cx="4000500" cy="914400"/>
          </a:xfrm>
          <a:prstGeom prst="rect">
            <a:avLst/>
          </a:prstGeom>
          <a:noFill/>
          <a:ln>
            <a:noFill/>
          </a:ln>
        </p:spPr>
        <p:txBody>
          <a:bodyPr spcFirstLastPara="1" wrap="square" lIns="0" tIns="0" rIns="0" bIns="0" anchor="ctr" anchorCtr="0">
            <a:noAutofit/>
          </a:bodyPr>
          <a:lstStyle>
            <a:lvl1pPr lvl="0">
              <a:lnSpc>
                <a:spcPct val="115000"/>
              </a:lnSpc>
              <a:spcBef>
                <a:spcPts val="0"/>
              </a:spcBef>
              <a:spcAft>
                <a:spcPts val="0"/>
              </a:spcAft>
              <a:buClr>
                <a:schemeClr val="lt2"/>
              </a:buClr>
              <a:buSzPts val="1800"/>
              <a:buFont typeface="Poppins"/>
              <a:buNone/>
              <a:defRPr sz="1800" b="1">
                <a:solidFill>
                  <a:schemeClr val="lt2"/>
                </a:solidFill>
                <a:latin typeface="Poppins"/>
                <a:ea typeface="Poppins"/>
                <a:cs typeface="Poppins"/>
                <a:sym typeface="Poppins"/>
              </a:defRPr>
            </a:lvl1pPr>
            <a:lvl2pPr lvl="1">
              <a:lnSpc>
                <a:spcPct val="115000"/>
              </a:lnSpc>
              <a:spcBef>
                <a:spcPts val="0"/>
              </a:spcBef>
              <a:spcAft>
                <a:spcPts val="0"/>
              </a:spcAft>
              <a:buClr>
                <a:schemeClr val="lt2"/>
              </a:buClr>
              <a:buSzPts val="1800"/>
              <a:buNone/>
              <a:defRPr sz="1800">
                <a:solidFill>
                  <a:schemeClr val="lt2"/>
                </a:solidFill>
              </a:defRPr>
            </a:lvl2pPr>
            <a:lvl3pPr lvl="2">
              <a:lnSpc>
                <a:spcPct val="115000"/>
              </a:lnSpc>
              <a:spcBef>
                <a:spcPts val="0"/>
              </a:spcBef>
              <a:spcAft>
                <a:spcPts val="0"/>
              </a:spcAft>
              <a:buClr>
                <a:schemeClr val="lt2"/>
              </a:buClr>
              <a:buSzPts val="1800"/>
              <a:buNone/>
              <a:defRPr sz="1800">
                <a:solidFill>
                  <a:schemeClr val="lt2"/>
                </a:solidFill>
              </a:defRPr>
            </a:lvl3pPr>
            <a:lvl4pPr lvl="3">
              <a:lnSpc>
                <a:spcPct val="115000"/>
              </a:lnSpc>
              <a:spcBef>
                <a:spcPts val="0"/>
              </a:spcBef>
              <a:spcAft>
                <a:spcPts val="0"/>
              </a:spcAft>
              <a:buClr>
                <a:schemeClr val="lt2"/>
              </a:buClr>
              <a:buSzPts val="1800"/>
              <a:buNone/>
              <a:defRPr sz="1800">
                <a:solidFill>
                  <a:schemeClr val="lt2"/>
                </a:solidFill>
              </a:defRPr>
            </a:lvl4pPr>
            <a:lvl5pPr lvl="4">
              <a:lnSpc>
                <a:spcPct val="115000"/>
              </a:lnSpc>
              <a:spcBef>
                <a:spcPts val="0"/>
              </a:spcBef>
              <a:spcAft>
                <a:spcPts val="0"/>
              </a:spcAft>
              <a:buClr>
                <a:schemeClr val="lt2"/>
              </a:buClr>
              <a:buSzPts val="1800"/>
              <a:buNone/>
              <a:defRPr sz="1800">
                <a:solidFill>
                  <a:schemeClr val="lt2"/>
                </a:solidFill>
              </a:defRPr>
            </a:lvl5pPr>
            <a:lvl6pPr lvl="5">
              <a:lnSpc>
                <a:spcPct val="115000"/>
              </a:lnSpc>
              <a:spcBef>
                <a:spcPts val="0"/>
              </a:spcBef>
              <a:spcAft>
                <a:spcPts val="0"/>
              </a:spcAft>
              <a:buClr>
                <a:schemeClr val="lt2"/>
              </a:buClr>
              <a:buSzPts val="1800"/>
              <a:buNone/>
              <a:defRPr sz="1800">
                <a:solidFill>
                  <a:schemeClr val="lt2"/>
                </a:solidFill>
              </a:defRPr>
            </a:lvl6pPr>
            <a:lvl7pPr lvl="6">
              <a:lnSpc>
                <a:spcPct val="115000"/>
              </a:lnSpc>
              <a:spcBef>
                <a:spcPts val="0"/>
              </a:spcBef>
              <a:spcAft>
                <a:spcPts val="0"/>
              </a:spcAft>
              <a:buClr>
                <a:schemeClr val="lt2"/>
              </a:buClr>
              <a:buSzPts val="1800"/>
              <a:buNone/>
              <a:defRPr sz="1800">
                <a:solidFill>
                  <a:schemeClr val="lt2"/>
                </a:solidFill>
              </a:defRPr>
            </a:lvl7pPr>
            <a:lvl8pPr lvl="7">
              <a:lnSpc>
                <a:spcPct val="115000"/>
              </a:lnSpc>
              <a:spcBef>
                <a:spcPts val="0"/>
              </a:spcBef>
              <a:spcAft>
                <a:spcPts val="0"/>
              </a:spcAft>
              <a:buClr>
                <a:schemeClr val="lt2"/>
              </a:buClr>
              <a:buSzPts val="1800"/>
              <a:buNone/>
              <a:defRPr sz="1800">
                <a:solidFill>
                  <a:schemeClr val="lt2"/>
                </a:solidFill>
              </a:defRPr>
            </a:lvl8pPr>
            <a:lvl9pPr lvl="8">
              <a:lnSpc>
                <a:spcPct val="115000"/>
              </a:lnSpc>
              <a:spcBef>
                <a:spcPts val="0"/>
              </a:spcBef>
              <a:spcAft>
                <a:spcPts val="0"/>
              </a:spcAft>
              <a:buClr>
                <a:schemeClr val="lt2"/>
              </a:buClr>
              <a:buSzPts val="1800"/>
              <a:buNone/>
              <a:defRPr sz="1800">
                <a:solidFill>
                  <a:schemeClr val="lt2"/>
                </a:solidFill>
              </a:defRPr>
            </a:lvl9pPr>
          </a:lstStyle>
          <a:p>
            <a:endParaRPr/>
          </a:p>
        </p:txBody>
      </p:sp>
      <p:sp>
        <p:nvSpPr>
          <p:cNvPr id="330" name="Google Shape;330;p70"/>
          <p:cNvSpPr txBox="1">
            <a:spLocks noGrp="1"/>
          </p:cNvSpPr>
          <p:nvPr>
            <p:ph type="body" idx="1"/>
          </p:nvPr>
        </p:nvSpPr>
        <p:spPr>
          <a:xfrm>
            <a:off x="571500" y="1714500"/>
            <a:ext cx="4000500" cy="2857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31" name="Google Shape;331;p70"/>
          <p:cNvSpPr txBox="1">
            <a:spLocks noGrp="1"/>
          </p:cNvSpPr>
          <p:nvPr>
            <p:ph type="sldNum" idx="12"/>
          </p:nvPr>
        </p:nvSpPr>
        <p:spPr>
          <a:xfrm>
            <a:off x="8572500" y="4572004"/>
            <a:ext cx="571500" cy="571500"/>
          </a:xfrm>
          <a:prstGeom prst="rect">
            <a:avLst/>
          </a:prstGeom>
          <a:noFill/>
          <a:ln>
            <a:noFill/>
          </a:ln>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60">
          <p15:clr>
            <a:srgbClr val="E46962"/>
          </p15:clr>
        </p15:guide>
        <p15:guide id="2" pos="5400">
          <p15:clr>
            <a:srgbClr val="E46962"/>
          </p15:clr>
        </p15:guide>
        <p15:guide id="3" orient="horz" pos="360">
          <p15:clr>
            <a:srgbClr val="E46962"/>
          </p15:clr>
        </p15:guide>
        <p15:guide id="4" orient="horz" pos="2880">
          <p15:clr>
            <a:srgbClr val="E46962"/>
          </p15:clr>
        </p15:guide>
        <p15:guide id="5" orient="horz" pos="504">
          <p15:clr>
            <a:srgbClr val="E46962"/>
          </p15:clr>
        </p15:guide>
        <p15:guide id="6" pos="2880">
          <p15:clr>
            <a:srgbClr val="E46962"/>
          </p15:clr>
        </p15:guide>
        <p15:guide id="7" orient="horz" pos="1080">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115"/>
          <p:cNvSpPr txBox="1">
            <a:spLocks noGrp="1"/>
          </p:cNvSpPr>
          <p:nvPr>
            <p:ph type="ctrTitle"/>
          </p:nvPr>
        </p:nvSpPr>
        <p:spPr>
          <a:xfrm>
            <a:off x="1496250" y="2049825"/>
            <a:ext cx="6151500" cy="2612400"/>
          </a:xfrm>
          <a:prstGeom prst="rect">
            <a:avLst/>
          </a:prstGeom>
        </p:spPr>
        <p:txBody>
          <a:bodyPr spcFirstLastPara="1" wrap="square" lIns="0" tIns="0" rIns="0" bIns="0" anchor="ctr" anchorCtr="0">
            <a:noAutofit/>
          </a:bodyPr>
          <a:lstStyle/>
          <a:p>
            <a:pPr marL="0" lvl="0" indent="0" algn="ctr" rtl="0">
              <a:lnSpc>
                <a:spcPct val="115000"/>
              </a:lnSpc>
              <a:spcBef>
                <a:spcPts val="0"/>
              </a:spcBef>
              <a:spcAft>
                <a:spcPts val="0"/>
              </a:spcAft>
              <a:buNone/>
            </a:pPr>
            <a:r>
              <a:rPr lang="en" sz="1800" b="0">
                <a:solidFill>
                  <a:srgbClr val="97B0CE"/>
                </a:solidFill>
                <a:latin typeface="Poppins SemiBold"/>
                <a:ea typeface="Poppins SemiBold"/>
                <a:cs typeface="Poppins SemiBold"/>
                <a:sym typeface="Poppins SemiBold"/>
              </a:rPr>
              <a:t>Personal Shopper NPC</a:t>
            </a:r>
            <a:endParaRPr/>
          </a:p>
        </p:txBody>
      </p:sp>
      <p:pic>
        <p:nvPicPr>
          <p:cNvPr id="623" name="Google Shape;623;p115"/>
          <p:cNvPicPr preferRelativeResize="0"/>
          <p:nvPr/>
        </p:nvPicPr>
        <p:blipFill rotWithShape="1">
          <a:blip r:embed="rId3">
            <a:alphaModFix/>
          </a:blip>
          <a:srcRect l="249" r="249"/>
          <a:stretch/>
        </p:blipFill>
        <p:spPr>
          <a:xfrm>
            <a:off x="8253625" y="571500"/>
            <a:ext cx="318887" cy="390600"/>
          </a:xfrm>
          <a:prstGeom prst="rect">
            <a:avLst/>
          </a:prstGeom>
          <a:noFill/>
          <a:ln>
            <a:noFill/>
          </a:ln>
        </p:spPr>
      </p:pic>
      <p:pic>
        <p:nvPicPr>
          <p:cNvPr id="624" name="Google Shape;624;p115"/>
          <p:cNvPicPr preferRelativeResize="0"/>
          <p:nvPr/>
        </p:nvPicPr>
        <p:blipFill>
          <a:blip r:embed="rId4">
            <a:alphaModFix/>
          </a:blip>
          <a:stretch>
            <a:fillRect/>
          </a:stretch>
        </p:blipFill>
        <p:spPr>
          <a:xfrm>
            <a:off x="3335725" y="962096"/>
            <a:ext cx="2472550" cy="2465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116"/>
          <p:cNvSpPr txBox="1"/>
          <p:nvPr/>
        </p:nvSpPr>
        <p:spPr>
          <a:xfrm>
            <a:off x="571500" y="571500"/>
            <a:ext cx="4000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a:solidFill>
                  <a:schemeClr val="accent4"/>
                </a:solidFill>
                <a:latin typeface="Lato"/>
                <a:ea typeface="Lato"/>
                <a:cs typeface="Lato"/>
                <a:sym typeface="Lato"/>
              </a:rPr>
              <a:t>Personal Shopper NPC </a:t>
            </a:r>
            <a:r>
              <a:rPr lang="en" sz="900" b="1">
                <a:solidFill>
                  <a:srgbClr val="85859F"/>
                </a:solidFill>
                <a:latin typeface="Lato"/>
                <a:ea typeface="Lato"/>
                <a:cs typeface="Lato"/>
                <a:sym typeface="Lato"/>
              </a:rPr>
              <a:t>&gt; Solution Overview</a:t>
            </a:r>
            <a:endParaRPr sz="900" b="1">
              <a:solidFill>
                <a:srgbClr val="85859F"/>
              </a:solidFill>
              <a:latin typeface="Lato"/>
              <a:ea typeface="Lato"/>
              <a:cs typeface="Lato"/>
              <a:sym typeface="Lato"/>
            </a:endParaRPr>
          </a:p>
        </p:txBody>
      </p:sp>
      <p:graphicFrame>
        <p:nvGraphicFramePr>
          <p:cNvPr id="630" name="Google Shape;630;p116"/>
          <p:cNvGraphicFramePr/>
          <p:nvPr/>
        </p:nvGraphicFramePr>
        <p:xfrm>
          <a:off x="5274038" y="1659410"/>
          <a:ext cx="3137350" cy="320010"/>
        </p:xfrm>
        <a:graphic>
          <a:graphicData uri="http://schemas.openxmlformats.org/drawingml/2006/table">
            <a:tbl>
              <a:tblPr>
                <a:noFill/>
                <a:tableStyleId>{10167779-98EA-4334-B83C-3EA2ADDCB2A7}</a:tableStyleId>
              </a:tblPr>
              <a:tblGrid>
                <a:gridCol w="3137350">
                  <a:extLst>
                    <a:ext uri="{9D8B030D-6E8A-4147-A177-3AD203B41FA5}">
                      <a16:colId xmlns:a16="http://schemas.microsoft.com/office/drawing/2014/main" val="20000"/>
                    </a:ext>
                  </a:extLst>
                </a:gridCol>
              </a:tblGrid>
              <a:tr h="309375">
                <a:tc>
                  <a:txBody>
                    <a:bodyPr/>
                    <a:lstStyle/>
                    <a:p>
                      <a:pPr marL="0" lvl="0" indent="0" algn="l" rtl="0">
                        <a:spcBef>
                          <a:spcPts val="0"/>
                        </a:spcBef>
                        <a:spcAft>
                          <a:spcPts val="0"/>
                        </a:spcAft>
                        <a:buNone/>
                      </a:pPr>
                      <a:r>
                        <a:rPr lang="en" sz="900">
                          <a:solidFill>
                            <a:srgbClr val="32328C"/>
                          </a:solidFill>
                          <a:latin typeface="Poppins SemiBold"/>
                          <a:ea typeface="Poppins SemiBold"/>
                          <a:cs typeface="Poppins SemiBold"/>
                          <a:sym typeface="Poppins SemiBold"/>
                        </a:rPr>
                        <a:t>Solution - AI-Powered Personal Shopper NPC</a:t>
                      </a:r>
                      <a:endParaRPr sz="900">
                        <a:solidFill>
                          <a:srgbClr val="32328C"/>
                        </a:solidFill>
                        <a:highlight>
                          <a:srgbClr val="BAF7EC"/>
                        </a:highlight>
                        <a:latin typeface="Poppins SemiBold"/>
                        <a:ea typeface="Poppins SemiBold"/>
                        <a:cs typeface="Poppins SemiBold"/>
                        <a:sym typeface="Poppins SemiBold"/>
                      </a:endParaRPr>
                    </a:p>
                  </a:txBody>
                  <a:tcPr marL="109725" marR="109725" marT="91425" marB="91425">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alpha val="0"/>
                        </a:srgbClr>
                      </a:solidFill>
                      <a:prstDash val="solid"/>
                      <a:round/>
                      <a:headEnd type="none" w="sm" len="sm"/>
                      <a:tailEnd type="none" w="sm" len="sm"/>
                    </a:lnB>
                    <a:solidFill>
                      <a:srgbClr val="E3E3FF"/>
                    </a:solidFill>
                  </a:tcPr>
                </a:tc>
                <a:extLst>
                  <a:ext uri="{0D108BD9-81ED-4DB2-BD59-A6C34878D82A}">
                    <a16:rowId xmlns:a16="http://schemas.microsoft.com/office/drawing/2014/main" val="10000"/>
                  </a:ext>
                </a:extLst>
              </a:tr>
            </a:tbl>
          </a:graphicData>
        </a:graphic>
      </p:graphicFrame>
      <p:sp>
        <p:nvSpPr>
          <p:cNvPr id="631" name="Google Shape;631;p116"/>
          <p:cNvSpPr txBox="1"/>
          <p:nvPr/>
        </p:nvSpPr>
        <p:spPr>
          <a:xfrm>
            <a:off x="5780975" y="1252100"/>
            <a:ext cx="2139900" cy="43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32328C"/>
                </a:solidFill>
                <a:latin typeface="Poppins"/>
                <a:ea typeface="Poppins"/>
                <a:cs typeface="Poppins"/>
                <a:sym typeface="Poppins"/>
              </a:rPr>
              <a:t>Solution Overview</a:t>
            </a:r>
            <a:endParaRPr b="1">
              <a:solidFill>
                <a:srgbClr val="32328C"/>
              </a:solidFill>
              <a:latin typeface="Lato"/>
              <a:ea typeface="Lato"/>
              <a:cs typeface="Lato"/>
              <a:sym typeface="Lato"/>
            </a:endParaRPr>
          </a:p>
        </p:txBody>
      </p:sp>
      <p:sp>
        <p:nvSpPr>
          <p:cNvPr id="632" name="Google Shape;632;p116"/>
          <p:cNvSpPr txBox="1"/>
          <p:nvPr/>
        </p:nvSpPr>
        <p:spPr>
          <a:xfrm>
            <a:off x="5274050" y="2191000"/>
            <a:ext cx="3074100" cy="2800500"/>
          </a:xfrm>
          <a:prstGeom prst="rect">
            <a:avLst/>
          </a:prstGeom>
          <a:noFill/>
          <a:ln w="19050" cap="flat" cmpd="sng">
            <a:solidFill>
              <a:srgbClr val="8686FF"/>
            </a:solidFill>
            <a:prstDash val="dash"/>
            <a:round/>
            <a:headEnd type="none" w="sm" len="sm"/>
            <a:tailEnd type="none" w="sm" len="sm"/>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00">
                <a:latin typeface="Lato"/>
                <a:ea typeface="Lato"/>
                <a:cs typeface="Lato"/>
                <a:sym typeface="Lato"/>
              </a:rPr>
              <a:t>An interactive NPC chatbot that helps players locate items based on free text prompts . Players could specify colours, styles and specific themes or events happening in the game as criteria. The AI would also able to suggest outfits based on players avatar profile preferences, past purchases and existing items in the wardrobe, while also considering the players current in-game currency balance (if instructed to by the player) and items popularity levels based on sales.</a:t>
            </a:r>
            <a:endParaRPr sz="1200" i="1">
              <a:solidFill>
                <a:schemeClr val="accent4"/>
              </a:solidFill>
              <a:latin typeface="Lato"/>
              <a:ea typeface="Lato"/>
              <a:cs typeface="Lato"/>
              <a:sym typeface="Lato"/>
            </a:endParaRPr>
          </a:p>
        </p:txBody>
      </p:sp>
      <p:graphicFrame>
        <p:nvGraphicFramePr>
          <p:cNvPr id="633" name="Google Shape;633;p116"/>
          <p:cNvGraphicFramePr/>
          <p:nvPr/>
        </p:nvGraphicFramePr>
        <p:xfrm>
          <a:off x="474163" y="1659410"/>
          <a:ext cx="4097825" cy="320010"/>
        </p:xfrm>
        <a:graphic>
          <a:graphicData uri="http://schemas.openxmlformats.org/drawingml/2006/table">
            <a:tbl>
              <a:tblPr>
                <a:noFill/>
                <a:tableStyleId>{10167779-98EA-4334-B83C-3EA2ADDCB2A7}</a:tableStyleId>
              </a:tblPr>
              <a:tblGrid>
                <a:gridCol w="409782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 sz="900">
                          <a:solidFill>
                            <a:srgbClr val="32328C"/>
                          </a:solidFill>
                          <a:latin typeface="Poppins SemiBold"/>
                          <a:ea typeface="Poppins SemiBold"/>
                          <a:cs typeface="Poppins SemiBold"/>
                          <a:sym typeface="Poppins SemiBold"/>
                        </a:rPr>
                        <a:t>Problem - Navigate a Life Sim Digital Store Mobile Game.</a:t>
                      </a:r>
                      <a:endParaRPr sz="900">
                        <a:solidFill>
                          <a:srgbClr val="32328C"/>
                        </a:solidFill>
                        <a:highlight>
                          <a:srgbClr val="BAF7EC"/>
                        </a:highlight>
                        <a:latin typeface="Poppins SemiBold"/>
                        <a:ea typeface="Poppins SemiBold"/>
                        <a:cs typeface="Poppins SemiBold"/>
                        <a:sym typeface="Poppins SemiBold"/>
                      </a:endParaRPr>
                    </a:p>
                  </a:txBody>
                  <a:tcPr marL="109725" marR="109725" marT="91425" marB="91425">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alpha val="0"/>
                        </a:srgbClr>
                      </a:solidFill>
                      <a:prstDash val="solid"/>
                      <a:round/>
                      <a:headEnd type="none" w="sm" len="sm"/>
                      <a:tailEnd type="none" w="sm" len="sm"/>
                    </a:lnB>
                    <a:solidFill>
                      <a:srgbClr val="E3E3FF"/>
                    </a:solidFill>
                  </a:tcPr>
                </a:tc>
                <a:extLst>
                  <a:ext uri="{0D108BD9-81ED-4DB2-BD59-A6C34878D82A}">
                    <a16:rowId xmlns:a16="http://schemas.microsoft.com/office/drawing/2014/main" val="10000"/>
                  </a:ext>
                </a:extLst>
              </a:tr>
            </a:tbl>
          </a:graphicData>
        </a:graphic>
      </p:graphicFrame>
      <p:sp>
        <p:nvSpPr>
          <p:cNvPr id="634" name="Google Shape;634;p116"/>
          <p:cNvSpPr txBox="1"/>
          <p:nvPr/>
        </p:nvSpPr>
        <p:spPr>
          <a:xfrm>
            <a:off x="492925" y="1252100"/>
            <a:ext cx="3111600" cy="43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32328C"/>
                </a:solidFill>
                <a:latin typeface="Poppins"/>
                <a:ea typeface="Poppins"/>
                <a:cs typeface="Poppins"/>
                <a:sym typeface="Poppins"/>
              </a:rPr>
              <a:t>Problem Definition</a:t>
            </a:r>
            <a:endParaRPr b="1">
              <a:solidFill>
                <a:srgbClr val="32328C"/>
              </a:solidFill>
              <a:latin typeface="Lato"/>
              <a:ea typeface="Lato"/>
              <a:cs typeface="Lato"/>
              <a:sym typeface="Lato"/>
            </a:endParaRPr>
          </a:p>
        </p:txBody>
      </p:sp>
      <p:sp>
        <p:nvSpPr>
          <p:cNvPr id="635" name="Google Shape;635;p116"/>
          <p:cNvSpPr txBox="1"/>
          <p:nvPr/>
        </p:nvSpPr>
        <p:spPr>
          <a:xfrm>
            <a:off x="474175" y="2140000"/>
            <a:ext cx="4068000" cy="1367100"/>
          </a:xfrm>
          <a:prstGeom prst="rect">
            <a:avLst/>
          </a:prstGeom>
          <a:noFill/>
          <a:ln w="19050" cap="flat" cmpd="sng">
            <a:solidFill>
              <a:srgbClr val="8686FF"/>
            </a:solidFill>
            <a:prstDash val="dash"/>
            <a:round/>
            <a:headEnd type="none" w="sm" len="sm"/>
            <a:tailEnd type="none" w="sm" len="sm"/>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00">
                <a:latin typeface="Lato"/>
                <a:ea typeface="Lato"/>
                <a:cs typeface="Lato"/>
                <a:sym typeface="Lato"/>
              </a:rPr>
              <a:t>Navigating a catalog of </a:t>
            </a:r>
            <a:r>
              <a:rPr lang="en" sz="1100" b="1">
                <a:latin typeface="Lato"/>
                <a:ea typeface="Lato"/>
                <a:cs typeface="Lato"/>
                <a:sym typeface="Lato"/>
              </a:rPr>
              <a:t>50,000+</a:t>
            </a:r>
            <a:r>
              <a:rPr lang="en" sz="1100">
                <a:latin typeface="Lato"/>
                <a:ea typeface="Lato"/>
                <a:cs typeface="Lato"/>
                <a:sym typeface="Lato"/>
              </a:rPr>
              <a:t> items in a </a:t>
            </a:r>
            <a:r>
              <a:rPr lang="en" sz="1100" b="1">
                <a:latin typeface="Lato"/>
                <a:ea typeface="Lato"/>
                <a:cs typeface="Lato"/>
                <a:sym typeface="Lato"/>
              </a:rPr>
              <a:t>mobile game display</a:t>
            </a:r>
            <a:r>
              <a:rPr lang="en" sz="1100">
                <a:latin typeface="Lato"/>
                <a:ea typeface="Lato"/>
                <a:cs typeface="Lato"/>
                <a:sym typeface="Lato"/>
              </a:rPr>
              <a:t> is overwhelming, even with filtering options. Players struggle to </a:t>
            </a:r>
            <a:r>
              <a:rPr lang="en" sz="1100" b="1">
                <a:latin typeface="Lato"/>
                <a:ea typeface="Lato"/>
                <a:cs typeface="Lato"/>
                <a:sym typeface="Lato"/>
              </a:rPr>
              <a:t>find</a:t>
            </a:r>
            <a:r>
              <a:rPr lang="en" sz="1100">
                <a:latin typeface="Lato"/>
                <a:ea typeface="Lato"/>
                <a:cs typeface="Lato"/>
                <a:sym typeface="Lato"/>
              </a:rPr>
              <a:t> items that match their style, complete outfits, or or find all options for their in-game currency balance. This leads to increased </a:t>
            </a:r>
            <a:r>
              <a:rPr lang="en" sz="1100" b="1">
                <a:latin typeface="Lato"/>
                <a:ea typeface="Lato"/>
                <a:cs typeface="Lato"/>
                <a:sym typeface="Lato"/>
              </a:rPr>
              <a:t>window shopping</a:t>
            </a:r>
            <a:r>
              <a:rPr lang="en" sz="1100">
                <a:latin typeface="Lato"/>
                <a:ea typeface="Lato"/>
                <a:cs typeface="Lato"/>
                <a:sym typeface="Lato"/>
              </a:rPr>
              <a:t>, missed purchases and frustration.</a:t>
            </a:r>
            <a:endParaRPr sz="1200" i="1">
              <a:solidFill>
                <a:schemeClr val="accent4"/>
              </a:solidFill>
              <a:latin typeface="Lato"/>
              <a:ea typeface="Lato"/>
              <a:cs typeface="Lato"/>
              <a:sym typeface="Lato"/>
            </a:endParaRPr>
          </a:p>
        </p:txBody>
      </p:sp>
      <p:sp>
        <p:nvSpPr>
          <p:cNvPr id="636" name="Google Shape;636;p116"/>
          <p:cNvSpPr/>
          <p:nvPr/>
        </p:nvSpPr>
        <p:spPr>
          <a:xfrm>
            <a:off x="7250" y="7250"/>
            <a:ext cx="9136800" cy="485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637" name="Google Shape;637;p116"/>
          <p:cNvPicPr preferRelativeResize="0"/>
          <p:nvPr/>
        </p:nvPicPr>
        <p:blipFill>
          <a:blip r:embed="rId3">
            <a:alphaModFix/>
          </a:blip>
          <a:stretch>
            <a:fillRect/>
          </a:stretch>
        </p:blipFill>
        <p:spPr>
          <a:xfrm>
            <a:off x="8505050" y="-16450"/>
            <a:ext cx="534225" cy="532800"/>
          </a:xfrm>
          <a:prstGeom prst="rect">
            <a:avLst/>
          </a:prstGeom>
          <a:noFill/>
          <a:ln>
            <a:noFill/>
          </a:ln>
        </p:spPr>
      </p:pic>
      <p:pic>
        <p:nvPicPr>
          <p:cNvPr id="638" name="Google Shape;638;p116"/>
          <p:cNvPicPr preferRelativeResize="0"/>
          <p:nvPr/>
        </p:nvPicPr>
        <p:blipFill rotWithShape="1">
          <a:blip r:embed="rId4">
            <a:alphaModFix/>
          </a:blip>
          <a:srcRect r="59825"/>
          <a:stretch/>
        </p:blipFill>
        <p:spPr>
          <a:xfrm>
            <a:off x="5274051" y="1173999"/>
            <a:ext cx="493500" cy="485400"/>
          </a:xfrm>
          <a:prstGeom prst="ellipse">
            <a:avLst/>
          </a:prstGeom>
          <a:noFill/>
          <a:ln>
            <a:noFill/>
          </a:ln>
        </p:spPr>
      </p:pic>
      <p:pic>
        <p:nvPicPr>
          <p:cNvPr id="639" name="Google Shape;639;p116"/>
          <p:cNvPicPr preferRelativeResize="0"/>
          <p:nvPr/>
        </p:nvPicPr>
        <p:blipFill rotWithShape="1">
          <a:blip r:embed="rId4">
            <a:alphaModFix/>
          </a:blip>
          <a:srcRect l="59825"/>
          <a:stretch/>
        </p:blipFill>
        <p:spPr>
          <a:xfrm>
            <a:off x="7920876" y="1173994"/>
            <a:ext cx="493500" cy="485400"/>
          </a:xfrm>
          <a:prstGeom prst="ellipse">
            <a:avLst/>
          </a:prstGeom>
          <a:noFill/>
          <a:ln>
            <a:noFill/>
          </a:ln>
        </p:spPr>
      </p:pic>
      <p:pic>
        <p:nvPicPr>
          <p:cNvPr id="640" name="Google Shape;640;p116" descr="A person wearing a garment&#10;&#10;Description automatically generated with low confidence"/>
          <p:cNvPicPr preferRelativeResize="0"/>
          <p:nvPr/>
        </p:nvPicPr>
        <p:blipFill rotWithShape="1">
          <a:blip r:embed="rId5">
            <a:alphaModFix/>
          </a:blip>
          <a:srcRect/>
          <a:stretch/>
        </p:blipFill>
        <p:spPr>
          <a:xfrm rot="281958">
            <a:off x="3260410" y="3543933"/>
            <a:ext cx="1581704" cy="1581707"/>
          </a:xfrm>
          <a:prstGeom prst="rect">
            <a:avLst/>
          </a:prstGeom>
          <a:noFill/>
          <a:ln>
            <a:noFill/>
          </a:ln>
        </p:spPr>
      </p:pic>
      <p:pic>
        <p:nvPicPr>
          <p:cNvPr id="641" name="Google Shape;641;p116"/>
          <p:cNvPicPr preferRelativeResize="0"/>
          <p:nvPr/>
        </p:nvPicPr>
        <p:blipFill rotWithShape="1">
          <a:blip r:embed="rId6">
            <a:alphaModFix/>
          </a:blip>
          <a:srcRect/>
          <a:stretch/>
        </p:blipFill>
        <p:spPr>
          <a:xfrm>
            <a:off x="10315728" y="5017035"/>
            <a:ext cx="1395358" cy="1395358"/>
          </a:xfrm>
          <a:prstGeom prst="rect">
            <a:avLst/>
          </a:prstGeom>
          <a:noFill/>
          <a:ln>
            <a:noFill/>
          </a:ln>
        </p:spPr>
      </p:pic>
      <p:sp>
        <p:nvSpPr>
          <p:cNvPr id="642" name="Google Shape;642;p116"/>
          <p:cNvSpPr txBox="1"/>
          <p:nvPr/>
        </p:nvSpPr>
        <p:spPr>
          <a:xfrm>
            <a:off x="3694375" y="982300"/>
            <a:ext cx="1945800" cy="6771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800">
                <a:latin typeface="Lato"/>
                <a:ea typeface="Lato"/>
                <a:cs typeface="Lato"/>
                <a:sym typeface="Lato"/>
              </a:rPr>
              <a:t>Enhance player engagement</a:t>
            </a:r>
            <a:endParaRPr sz="800">
              <a:latin typeface="Lato"/>
              <a:ea typeface="Lato"/>
              <a:cs typeface="Lato"/>
              <a:sym typeface="Lato"/>
            </a:endParaRPr>
          </a:p>
          <a:p>
            <a:pPr marL="0" lvl="0" indent="0" algn="l" rtl="0">
              <a:lnSpc>
                <a:spcPct val="150000"/>
              </a:lnSpc>
              <a:spcBef>
                <a:spcPts val="0"/>
              </a:spcBef>
              <a:spcAft>
                <a:spcPts val="0"/>
              </a:spcAft>
              <a:buNone/>
            </a:pPr>
            <a:r>
              <a:rPr lang="en" sz="800">
                <a:latin typeface="Lato"/>
                <a:ea typeface="Lato"/>
                <a:cs typeface="Lato"/>
                <a:sym typeface="Lato"/>
              </a:rPr>
              <a:t>Improve purchase efficiency</a:t>
            </a:r>
            <a:endParaRPr sz="800">
              <a:latin typeface="Lato"/>
              <a:ea typeface="Lato"/>
              <a:cs typeface="Lato"/>
              <a:sym typeface="Lato"/>
            </a:endParaRPr>
          </a:p>
          <a:p>
            <a:pPr marL="0" lvl="0" indent="0" algn="l" rtl="0">
              <a:lnSpc>
                <a:spcPct val="150000"/>
              </a:lnSpc>
              <a:spcBef>
                <a:spcPts val="0"/>
              </a:spcBef>
              <a:spcAft>
                <a:spcPts val="0"/>
              </a:spcAft>
              <a:buNone/>
            </a:pPr>
            <a:r>
              <a:rPr lang="en" sz="800">
                <a:latin typeface="Lato"/>
                <a:ea typeface="Lato"/>
                <a:cs typeface="Lato"/>
                <a:sym typeface="Lato"/>
              </a:rPr>
              <a:t>Increase players session length</a:t>
            </a:r>
            <a:endParaRPr sz="800">
              <a:latin typeface="Lato"/>
              <a:ea typeface="Lato"/>
              <a:cs typeface="Lato"/>
              <a:sym typeface="Lato"/>
            </a:endParaRPr>
          </a:p>
        </p:txBody>
      </p:sp>
      <p:sp>
        <p:nvSpPr>
          <p:cNvPr id="643" name="Google Shape;643;p116"/>
          <p:cNvSpPr txBox="1"/>
          <p:nvPr/>
        </p:nvSpPr>
        <p:spPr>
          <a:xfrm>
            <a:off x="6468575" y="834250"/>
            <a:ext cx="1945800" cy="4926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800">
                <a:latin typeface="Lato"/>
                <a:ea typeface="Lato"/>
                <a:cs typeface="Lato"/>
                <a:sym typeface="Lato"/>
              </a:rPr>
              <a:t>VIP Subs only</a:t>
            </a:r>
            <a:endParaRPr sz="800">
              <a:latin typeface="Lato"/>
              <a:ea typeface="Lato"/>
              <a:cs typeface="Lato"/>
              <a:sym typeface="Lato"/>
            </a:endParaRPr>
          </a:p>
          <a:p>
            <a:pPr marL="0" lvl="0" indent="0" algn="l" rtl="0">
              <a:lnSpc>
                <a:spcPct val="150000"/>
              </a:lnSpc>
              <a:spcBef>
                <a:spcPts val="0"/>
              </a:spcBef>
              <a:spcAft>
                <a:spcPts val="0"/>
              </a:spcAft>
              <a:buNone/>
            </a:pPr>
            <a:r>
              <a:rPr lang="en" sz="800">
                <a:latin typeface="Lato"/>
                <a:ea typeface="Lato"/>
                <a:cs typeface="Lato"/>
                <a:sym typeface="Lato"/>
              </a:rPr>
              <a:t>Build your pack feature (future)</a:t>
            </a:r>
            <a:endParaRPr sz="800">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117"/>
          <p:cNvSpPr txBox="1"/>
          <p:nvPr/>
        </p:nvSpPr>
        <p:spPr>
          <a:xfrm>
            <a:off x="571500" y="992363"/>
            <a:ext cx="6080700" cy="43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32328C"/>
                </a:solidFill>
                <a:latin typeface="Poppins"/>
                <a:ea typeface="Poppins"/>
                <a:cs typeface="Poppins"/>
                <a:sym typeface="Poppins"/>
              </a:rPr>
              <a:t>Success Metrics</a:t>
            </a:r>
            <a:endParaRPr b="1">
              <a:solidFill>
                <a:srgbClr val="32328C"/>
              </a:solidFill>
              <a:latin typeface="Lato"/>
              <a:ea typeface="Lato"/>
              <a:cs typeface="Lato"/>
              <a:sym typeface="Lato"/>
            </a:endParaRPr>
          </a:p>
        </p:txBody>
      </p:sp>
      <p:sp>
        <p:nvSpPr>
          <p:cNvPr id="649" name="Google Shape;649;p117"/>
          <p:cNvSpPr txBox="1"/>
          <p:nvPr/>
        </p:nvSpPr>
        <p:spPr>
          <a:xfrm>
            <a:off x="571500" y="571500"/>
            <a:ext cx="4000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a:solidFill>
                  <a:schemeClr val="accent4"/>
                </a:solidFill>
                <a:latin typeface="Lato"/>
                <a:ea typeface="Lato"/>
                <a:cs typeface="Lato"/>
                <a:sym typeface="Lato"/>
              </a:rPr>
              <a:t>Personal Shopper NPC</a:t>
            </a:r>
            <a:r>
              <a:rPr lang="en" sz="900" b="1">
                <a:solidFill>
                  <a:srgbClr val="85859F"/>
                </a:solidFill>
                <a:latin typeface="Lato"/>
                <a:ea typeface="Lato"/>
                <a:cs typeface="Lato"/>
                <a:sym typeface="Lato"/>
              </a:rPr>
              <a:t> &gt; Success Metrics</a:t>
            </a:r>
            <a:endParaRPr sz="900" b="1">
              <a:solidFill>
                <a:srgbClr val="85859F"/>
              </a:solidFill>
              <a:latin typeface="Lato"/>
              <a:ea typeface="Lato"/>
              <a:cs typeface="Lato"/>
              <a:sym typeface="Lato"/>
            </a:endParaRPr>
          </a:p>
        </p:txBody>
      </p:sp>
      <p:sp>
        <p:nvSpPr>
          <p:cNvPr id="650" name="Google Shape;650;p117"/>
          <p:cNvSpPr txBox="1"/>
          <p:nvPr/>
        </p:nvSpPr>
        <p:spPr>
          <a:xfrm>
            <a:off x="609875" y="1907125"/>
            <a:ext cx="1975800" cy="7176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900">
                <a:solidFill>
                  <a:schemeClr val="lt2"/>
                </a:solidFill>
                <a:latin typeface="Poppins SemiBold"/>
                <a:ea typeface="Poppins SemiBold"/>
                <a:cs typeface="Poppins SemiBold"/>
                <a:sym typeface="Poppins SemiBold"/>
              </a:rPr>
              <a:t>#️⃣ </a:t>
            </a:r>
            <a:r>
              <a:rPr lang="en" sz="1000">
                <a:solidFill>
                  <a:srgbClr val="0F243E"/>
                </a:solidFill>
                <a:latin typeface="Poppins SemiBold"/>
                <a:ea typeface="Poppins SemiBold"/>
                <a:cs typeface="Poppins SemiBold"/>
                <a:sym typeface="Poppins SemiBold"/>
              </a:rPr>
              <a:t>Store Conversion</a:t>
            </a:r>
            <a:endParaRPr sz="900">
              <a:solidFill>
                <a:schemeClr val="lt2"/>
              </a:solidFill>
              <a:latin typeface="Poppins SemiBold"/>
              <a:ea typeface="Poppins SemiBold"/>
              <a:cs typeface="Poppins SemiBold"/>
              <a:sym typeface="Poppins SemiBold"/>
            </a:endParaRPr>
          </a:p>
        </p:txBody>
      </p:sp>
      <p:sp>
        <p:nvSpPr>
          <p:cNvPr id="651" name="Google Shape;651;p117"/>
          <p:cNvSpPr txBox="1"/>
          <p:nvPr/>
        </p:nvSpPr>
        <p:spPr>
          <a:xfrm>
            <a:off x="609875" y="2721025"/>
            <a:ext cx="1975800" cy="7176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900">
                <a:solidFill>
                  <a:schemeClr val="lt2"/>
                </a:solidFill>
                <a:latin typeface="Poppins SemiBold"/>
                <a:ea typeface="Poppins SemiBold"/>
                <a:cs typeface="Poppins SemiBold"/>
                <a:sym typeface="Poppins SemiBold"/>
              </a:rPr>
              <a:t>#️⃣ </a:t>
            </a:r>
            <a:r>
              <a:rPr lang="en" sz="1000">
                <a:solidFill>
                  <a:srgbClr val="0F243E"/>
                </a:solidFill>
                <a:latin typeface="Poppins SemiBold"/>
                <a:ea typeface="Poppins SemiBold"/>
                <a:cs typeface="Poppins SemiBold"/>
                <a:sym typeface="Poppins SemiBold"/>
              </a:rPr>
              <a:t>AVG Currency Sink PU</a:t>
            </a:r>
            <a:endParaRPr sz="900">
              <a:solidFill>
                <a:schemeClr val="lt2"/>
              </a:solidFill>
              <a:latin typeface="Poppins SemiBold"/>
              <a:ea typeface="Poppins SemiBold"/>
              <a:cs typeface="Poppins SemiBold"/>
              <a:sym typeface="Poppins SemiBold"/>
            </a:endParaRPr>
          </a:p>
        </p:txBody>
      </p:sp>
      <p:sp>
        <p:nvSpPr>
          <p:cNvPr id="652" name="Google Shape;652;p117"/>
          <p:cNvSpPr txBox="1"/>
          <p:nvPr/>
        </p:nvSpPr>
        <p:spPr>
          <a:xfrm>
            <a:off x="609875" y="3625800"/>
            <a:ext cx="1975800" cy="7176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900">
                <a:solidFill>
                  <a:schemeClr val="lt2"/>
                </a:solidFill>
                <a:latin typeface="Poppins SemiBold"/>
                <a:ea typeface="Poppins SemiBold"/>
                <a:cs typeface="Poppins SemiBold"/>
                <a:sym typeface="Poppins SemiBold"/>
              </a:rPr>
              <a:t>#️⃣ </a:t>
            </a:r>
            <a:r>
              <a:rPr lang="en" sz="1000">
                <a:solidFill>
                  <a:srgbClr val="0F243E"/>
                </a:solidFill>
                <a:latin typeface="Poppins SemiBold"/>
                <a:ea typeface="Poppins SemiBold"/>
                <a:cs typeface="Poppins SemiBold"/>
                <a:sym typeface="Poppins SemiBold"/>
              </a:rPr>
              <a:t>AVG Number of Items Purchases PU</a:t>
            </a:r>
            <a:endParaRPr sz="900">
              <a:solidFill>
                <a:schemeClr val="lt2"/>
              </a:solidFill>
              <a:latin typeface="Poppins SemiBold"/>
              <a:ea typeface="Poppins SemiBold"/>
              <a:cs typeface="Poppins SemiBold"/>
              <a:sym typeface="Poppins SemiBold"/>
            </a:endParaRPr>
          </a:p>
        </p:txBody>
      </p:sp>
      <p:sp>
        <p:nvSpPr>
          <p:cNvPr id="653" name="Google Shape;653;p117"/>
          <p:cNvSpPr txBox="1"/>
          <p:nvPr/>
        </p:nvSpPr>
        <p:spPr>
          <a:xfrm>
            <a:off x="2656425" y="1907125"/>
            <a:ext cx="2994300" cy="7176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600" i="1">
                <a:solidFill>
                  <a:schemeClr val="accent4"/>
                </a:solidFill>
                <a:latin typeface="Lato"/>
                <a:ea typeface="Lato"/>
                <a:cs typeface="Lato"/>
                <a:sym typeface="Lato"/>
              </a:rPr>
              <a:t>✏️ </a:t>
            </a:r>
            <a:r>
              <a:rPr lang="en" sz="1000">
                <a:solidFill>
                  <a:srgbClr val="0F243E"/>
                </a:solidFill>
                <a:latin typeface="Lato"/>
                <a:ea typeface="Lato"/>
                <a:cs typeface="Lato"/>
                <a:sym typeface="Lato"/>
              </a:rPr>
              <a:t>Converting users to purchase their first items leads to higher retention and overall engagement. </a:t>
            </a:r>
            <a:endParaRPr sz="600" i="1">
              <a:solidFill>
                <a:srgbClr val="85859F"/>
              </a:solidFill>
              <a:latin typeface="Poppins SemiBold"/>
              <a:ea typeface="Poppins SemiBold"/>
              <a:cs typeface="Poppins SemiBold"/>
              <a:sym typeface="Poppins SemiBold"/>
            </a:endParaRPr>
          </a:p>
        </p:txBody>
      </p:sp>
      <p:sp>
        <p:nvSpPr>
          <p:cNvPr id="654" name="Google Shape;654;p117"/>
          <p:cNvSpPr txBox="1"/>
          <p:nvPr/>
        </p:nvSpPr>
        <p:spPr>
          <a:xfrm>
            <a:off x="2656425" y="2721000"/>
            <a:ext cx="2994300" cy="7176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600" i="1">
                <a:solidFill>
                  <a:schemeClr val="accent4"/>
                </a:solidFill>
                <a:latin typeface="Lato"/>
                <a:ea typeface="Lato"/>
                <a:cs typeface="Lato"/>
                <a:sym typeface="Lato"/>
              </a:rPr>
              <a:t>✏️ </a:t>
            </a:r>
            <a:r>
              <a:rPr lang="en" sz="1000">
                <a:solidFill>
                  <a:srgbClr val="0F243E"/>
                </a:solidFill>
                <a:latin typeface="Lato"/>
                <a:ea typeface="Lato"/>
                <a:cs typeface="Lato"/>
                <a:sym typeface="Lato"/>
              </a:rPr>
              <a:t>Increased currency sink also increases chance of players purchasing currency packs as IAP’s</a:t>
            </a:r>
            <a:endParaRPr sz="600" i="1">
              <a:solidFill>
                <a:srgbClr val="85859F"/>
              </a:solidFill>
              <a:latin typeface="Poppins SemiBold"/>
              <a:ea typeface="Poppins SemiBold"/>
              <a:cs typeface="Poppins SemiBold"/>
              <a:sym typeface="Poppins SemiBold"/>
            </a:endParaRPr>
          </a:p>
        </p:txBody>
      </p:sp>
      <p:sp>
        <p:nvSpPr>
          <p:cNvPr id="655" name="Google Shape;655;p117"/>
          <p:cNvSpPr txBox="1"/>
          <p:nvPr/>
        </p:nvSpPr>
        <p:spPr>
          <a:xfrm>
            <a:off x="2656425" y="3625725"/>
            <a:ext cx="2994300" cy="7176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600" i="1">
                <a:solidFill>
                  <a:schemeClr val="accent4"/>
                </a:solidFill>
                <a:latin typeface="Lato"/>
                <a:ea typeface="Lato"/>
                <a:cs typeface="Lato"/>
                <a:sym typeface="Lato"/>
              </a:rPr>
              <a:t>✏️ </a:t>
            </a:r>
            <a:r>
              <a:rPr lang="en" sz="1000">
                <a:solidFill>
                  <a:srgbClr val="0F243E"/>
                </a:solidFill>
                <a:latin typeface="Lato"/>
                <a:ea typeface="Lato"/>
                <a:cs typeface="Lato"/>
                <a:sym typeface="Lato"/>
              </a:rPr>
              <a:t>Increasing number of items purchases contributes to currency sink increase. </a:t>
            </a:r>
            <a:endParaRPr sz="600" i="1">
              <a:solidFill>
                <a:srgbClr val="85859F"/>
              </a:solidFill>
              <a:latin typeface="Poppins SemiBold"/>
              <a:ea typeface="Poppins SemiBold"/>
              <a:cs typeface="Poppins SemiBold"/>
              <a:sym typeface="Poppins SemiBold"/>
            </a:endParaRPr>
          </a:p>
        </p:txBody>
      </p:sp>
      <p:sp>
        <p:nvSpPr>
          <p:cNvPr id="656" name="Google Shape;656;p117"/>
          <p:cNvSpPr txBox="1"/>
          <p:nvPr/>
        </p:nvSpPr>
        <p:spPr>
          <a:xfrm>
            <a:off x="5702400" y="1907125"/>
            <a:ext cx="2811000" cy="7176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800" i="1">
                <a:solidFill>
                  <a:schemeClr val="accent4"/>
                </a:solidFill>
                <a:latin typeface="Lato"/>
                <a:ea typeface="Lato"/>
                <a:cs typeface="Lato"/>
                <a:sym typeface="Lato"/>
              </a:rPr>
              <a:t>✏️ </a:t>
            </a:r>
            <a:r>
              <a:rPr lang="en" sz="1000">
                <a:solidFill>
                  <a:srgbClr val="0F243E"/>
                </a:solidFill>
                <a:latin typeface="Lato"/>
                <a:ea typeface="Lato"/>
                <a:cs typeface="Lato"/>
                <a:sym typeface="Lato"/>
              </a:rPr>
              <a:t>A personal shopper NPC will assist users in making a guided purchase that is tailored to their preferences without spending too much time in tutorials.</a:t>
            </a:r>
            <a:endParaRPr sz="600" i="1">
              <a:solidFill>
                <a:schemeClr val="accent4"/>
              </a:solidFill>
              <a:latin typeface="Poppins SemiBold"/>
              <a:ea typeface="Poppins SemiBold"/>
              <a:cs typeface="Poppins SemiBold"/>
              <a:sym typeface="Poppins SemiBold"/>
            </a:endParaRPr>
          </a:p>
        </p:txBody>
      </p:sp>
      <p:sp>
        <p:nvSpPr>
          <p:cNvPr id="657" name="Google Shape;657;p117"/>
          <p:cNvSpPr txBox="1"/>
          <p:nvPr/>
        </p:nvSpPr>
        <p:spPr>
          <a:xfrm>
            <a:off x="5702400" y="2721000"/>
            <a:ext cx="2811000" cy="7176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800" i="1">
                <a:solidFill>
                  <a:schemeClr val="accent4"/>
                </a:solidFill>
                <a:latin typeface="Lato"/>
                <a:ea typeface="Lato"/>
                <a:cs typeface="Lato"/>
                <a:sym typeface="Lato"/>
              </a:rPr>
              <a:t>✏️ </a:t>
            </a:r>
            <a:r>
              <a:rPr lang="en" sz="1000">
                <a:solidFill>
                  <a:schemeClr val="lt2"/>
                </a:solidFill>
                <a:latin typeface="Lato"/>
                <a:ea typeface="Lato"/>
                <a:cs typeface="Lato"/>
                <a:sym typeface="Lato"/>
              </a:rPr>
              <a:t>A personal shopper NPC will consider the best match based on your current account balance, optimising (and maximising) currency sink, showcasing value to the user.</a:t>
            </a:r>
            <a:endParaRPr sz="600" i="1">
              <a:solidFill>
                <a:schemeClr val="accent4"/>
              </a:solidFill>
              <a:latin typeface="Poppins SemiBold"/>
              <a:ea typeface="Poppins SemiBold"/>
              <a:cs typeface="Poppins SemiBold"/>
              <a:sym typeface="Poppins SemiBold"/>
            </a:endParaRPr>
          </a:p>
        </p:txBody>
      </p:sp>
      <p:sp>
        <p:nvSpPr>
          <p:cNvPr id="658" name="Google Shape;658;p117"/>
          <p:cNvSpPr txBox="1"/>
          <p:nvPr/>
        </p:nvSpPr>
        <p:spPr>
          <a:xfrm>
            <a:off x="5702400" y="3625725"/>
            <a:ext cx="2811000" cy="7176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800" i="1">
                <a:solidFill>
                  <a:schemeClr val="accent4"/>
                </a:solidFill>
                <a:latin typeface="Lato"/>
                <a:ea typeface="Lato"/>
                <a:cs typeface="Lato"/>
                <a:sym typeface="Lato"/>
              </a:rPr>
              <a:t>✏️ </a:t>
            </a:r>
            <a:r>
              <a:rPr lang="en" sz="1000">
                <a:solidFill>
                  <a:schemeClr val="lt2"/>
                </a:solidFill>
                <a:latin typeface="Lato"/>
                <a:ea typeface="Lato"/>
                <a:cs typeface="Lato"/>
                <a:sym typeface="Lato"/>
              </a:rPr>
              <a:t>A personal shopper NPC will assist users in complementing their style with more than one piece, showcasing complete outfits, increasing emotional-based purchases. </a:t>
            </a:r>
            <a:endParaRPr sz="600" i="1">
              <a:solidFill>
                <a:schemeClr val="accent4"/>
              </a:solidFill>
              <a:latin typeface="Poppins SemiBold"/>
              <a:ea typeface="Poppins SemiBold"/>
              <a:cs typeface="Poppins SemiBold"/>
              <a:sym typeface="Poppins SemiBold"/>
            </a:endParaRPr>
          </a:p>
        </p:txBody>
      </p:sp>
      <p:graphicFrame>
        <p:nvGraphicFramePr>
          <p:cNvPr id="659" name="Google Shape;659;p117"/>
          <p:cNvGraphicFramePr/>
          <p:nvPr/>
        </p:nvGraphicFramePr>
        <p:xfrm>
          <a:off x="603763" y="1562310"/>
          <a:ext cx="7936425" cy="320010"/>
        </p:xfrm>
        <a:graphic>
          <a:graphicData uri="http://schemas.openxmlformats.org/drawingml/2006/table">
            <a:tbl>
              <a:tblPr>
                <a:noFill/>
                <a:tableStyleId>{10167779-98EA-4334-B83C-3EA2ADDCB2A7}</a:tableStyleId>
              </a:tblPr>
              <a:tblGrid>
                <a:gridCol w="2029850">
                  <a:extLst>
                    <a:ext uri="{9D8B030D-6E8A-4147-A177-3AD203B41FA5}">
                      <a16:colId xmlns:a16="http://schemas.microsoft.com/office/drawing/2014/main" val="20000"/>
                    </a:ext>
                  </a:extLst>
                </a:gridCol>
                <a:gridCol w="3040875">
                  <a:extLst>
                    <a:ext uri="{9D8B030D-6E8A-4147-A177-3AD203B41FA5}">
                      <a16:colId xmlns:a16="http://schemas.microsoft.com/office/drawing/2014/main" val="20001"/>
                    </a:ext>
                  </a:extLst>
                </a:gridCol>
                <a:gridCol w="2865700">
                  <a:extLst>
                    <a:ext uri="{9D8B030D-6E8A-4147-A177-3AD203B41FA5}">
                      <a16:colId xmlns:a16="http://schemas.microsoft.com/office/drawing/2014/main" val="20002"/>
                    </a:ext>
                  </a:extLst>
                </a:gridCol>
              </a:tblGrid>
              <a:tr h="0">
                <a:tc>
                  <a:txBody>
                    <a:bodyPr/>
                    <a:lstStyle/>
                    <a:p>
                      <a:pPr marL="0" lvl="0" indent="0" algn="l" rtl="0">
                        <a:spcBef>
                          <a:spcPts val="0"/>
                        </a:spcBef>
                        <a:spcAft>
                          <a:spcPts val="0"/>
                        </a:spcAft>
                        <a:buNone/>
                      </a:pPr>
                      <a:r>
                        <a:rPr lang="en" sz="900">
                          <a:solidFill>
                            <a:srgbClr val="32328C"/>
                          </a:solidFill>
                          <a:latin typeface="Poppins SemiBold"/>
                          <a:ea typeface="Poppins SemiBold"/>
                          <a:cs typeface="Poppins SemiBold"/>
                          <a:sym typeface="Poppins SemiBold"/>
                        </a:rPr>
                        <a:t>Metric</a:t>
                      </a:r>
                      <a:endParaRPr sz="900">
                        <a:solidFill>
                          <a:srgbClr val="32328C"/>
                        </a:solidFill>
                        <a:highlight>
                          <a:srgbClr val="BAF7EC"/>
                        </a:highlight>
                        <a:latin typeface="Poppins SemiBold"/>
                        <a:ea typeface="Poppins SemiBold"/>
                        <a:cs typeface="Poppins SemiBold"/>
                        <a:sym typeface="Poppins SemiBold"/>
                      </a:endParaRPr>
                    </a:p>
                  </a:txBody>
                  <a:tcPr marL="109725" marR="109725" marT="91425" marB="91425">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alpha val="0"/>
                        </a:srgbClr>
                      </a:solidFill>
                      <a:prstDash val="solid"/>
                      <a:round/>
                      <a:headEnd type="none" w="sm" len="sm"/>
                      <a:tailEnd type="none" w="sm" len="sm"/>
                    </a:lnB>
                    <a:solidFill>
                      <a:srgbClr val="E3E3FF"/>
                    </a:solidFill>
                  </a:tcPr>
                </a:tc>
                <a:tc>
                  <a:txBody>
                    <a:bodyPr/>
                    <a:lstStyle/>
                    <a:p>
                      <a:pPr marL="0" lvl="0" indent="0" algn="l" rtl="0">
                        <a:spcBef>
                          <a:spcPts val="0"/>
                        </a:spcBef>
                        <a:spcAft>
                          <a:spcPts val="0"/>
                        </a:spcAft>
                        <a:buNone/>
                      </a:pPr>
                      <a:r>
                        <a:rPr lang="en" sz="900">
                          <a:solidFill>
                            <a:srgbClr val="32328C"/>
                          </a:solidFill>
                          <a:latin typeface="Poppins SemiBold"/>
                          <a:ea typeface="Poppins SemiBold"/>
                          <a:cs typeface="Poppins SemiBold"/>
                          <a:sym typeface="Poppins SemiBold"/>
                        </a:rPr>
                        <a:t>Impact: Why It Matters</a:t>
                      </a:r>
                      <a:endParaRPr sz="900">
                        <a:solidFill>
                          <a:srgbClr val="32328C"/>
                        </a:solidFill>
                        <a:latin typeface="Poppins SemiBold"/>
                        <a:ea typeface="Poppins SemiBold"/>
                        <a:cs typeface="Poppins SemiBold"/>
                        <a:sym typeface="Poppins SemiBold"/>
                      </a:endParaRPr>
                    </a:p>
                  </a:txBody>
                  <a:tcPr marL="109725" marR="109725" marT="91425" marB="91425">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alpha val="0"/>
                        </a:srgbClr>
                      </a:solidFill>
                      <a:prstDash val="solid"/>
                      <a:round/>
                      <a:headEnd type="none" w="sm" len="sm"/>
                      <a:tailEnd type="none" w="sm" len="sm"/>
                    </a:lnB>
                    <a:solidFill>
                      <a:srgbClr val="E3E3FF"/>
                    </a:solidFill>
                  </a:tcPr>
                </a:tc>
                <a:tc>
                  <a:txBody>
                    <a:bodyPr/>
                    <a:lstStyle/>
                    <a:p>
                      <a:pPr marL="0" lvl="0" indent="0" algn="l" rtl="0">
                        <a:spcBef>
                          <a:spcPts val="0"/>
                        </a:spcBef>
                        <a:spcAft>
                          <a:spcPts val="0"/>
                        </a:spcAft>
                        <a:buNone/>
                      </a:pPr>
                      <a:r>
                        <a:rPr lang="en" sz="900">
                          <a:solidFill>
                            <a:srgbClr val="32328C"/>
                          </a:solidFill>
                          <a:latin typeface="Poppins SemiBold"/>
                          <a:ea typeface="Poppins SemiBold"/>
                          <a:cs typeface="Poppins SemiBold"/>
                          <a:sym typeface="Poppins SemiBold"/>
                        </a:rPr>
                        <a:t>Action: Decisions Based on Metric</a:t>
                      </a:r>
                      <a:endParaRPr sz="900">
                        <a:solidFill>
                          <a:srgbClr val="32328C"/>
                        </a:solidFill>
                        <a:latin typeface="Poppins SemiBold"/>
                        <a:ea typeface="Poppins SemiBold"/>
                        <a:cs typeface="Poppins SemiBold"/>
                        <a:sym typeface="Poppins SemiBold"/>
                      </a:endParaRPr>
                    </a:p>
                  </a:txBody>
                  <a:tcPr marL="109725" marR="109725" marT="91425" marB="91425">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alpha val="0"/>
                        </a:srgbClr>
                      </a:solidFill>
                      <a:prstDash val="solid"/>
                      <a:round/>
                      <a:headEnd type="none" w="sm" len="sm"/>
                      <a:tailEnd type="none" w="sm" len="sm"/>
                    </a:lnB>
                    <a:solidFill>
                      <a:srgbClr val="E3E3FF"/>
                    </a:solidFill>
                  </a:tcPr>
                </a:tc>
                <a:extLst>
                  <a:ext uri="{0D108BD9-81ED-4DB2-BD59-A6C34878D82A}">
                    <a16:rowId xmlns:a16="http://schemas.microsoft.com/office/drawing/2014/main" val="10000"/>
                  </a:ext>
                </a:extLst>
              </a:tr>
            </a:tbl>
          </a:graphicData>
        </a:graphic>
      </p:graphicFrame>
      <p:sp>
        <p:nvSpPr>
          <p:cNvPr id="660" name="Google Shape;660;p117"/>
          <p:cNvSpPr/>
          <p:nvPr/>
        </p:nvSpPr>
        <p:spPr>
          <a:xfrm>
            <a:off x="7250" y="7250"/>
            <a:ext cx="9136800" cy="485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661" name="Google Shape;661;p117"/>
          <p:cNvPicPr preferRelativeResize="0"/>
          <p:nvPr/>
        </p:nvPicPr>
        <p:blipFill>
          <a:blip r:embed="rId3">
            <a:alphaModFix/>
          </a:blip>
          <a:stretch>
            <a:fillRect/>
          </a:stretch>
        </p:blipFill>
        <p:spPr>
          <a:xfrm>
            <a:off x="8505050" y="-16450"/>
            <a:ext cx="534225" cy="532800"/>
          </a:xfrm>
          <a:prstGeom prst="rect">
            <a:avLst/>
          </a:prstGeom>
          <a:noFill/>
          <a:ln>
            <a:noFill/>
          </a:ln>
        </p:spPr>
      </p:pic>
      <p:pic>
        <p:nvPicPr>
          <p:cNvPr id="662" name="Google Shape;662;p117"/>
          <p:cNvPicPr preferRelativeResize="0"/>
          <p:nvPr/>
        </p:nvPicPr>
        <p:blipFill rotWithShape="1">
          <a:blip r:embed="rId4">
            <a:alphaModFix/>
          </a:blip>
          <a:srcRect/>
          <a:stretch/>
        </p:blipFill>
        <p:spPr>
          <a:xfrm>
            <a:off x="7748700" y="3748150"/>
            <a:ext cx="1395349" cy="13953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18"/>
          <p:cNvSpPr txBox="1"/>
          <p:nvPr/>
        </p:nvSpPr>
        <p:spPr>
          <a:xfrm>
            <a:off x="571500" y="571500"/>
            <a:ext cx="23697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a:solidFill>
                  <a:schemeClr val="accent4"/>
                </a:solidFill>
                <a:latin typeface="Lato"/>
                <a:ea typeface="Lato"/>
                <a:cs typeface="Lato"/>
                <a:sym typeface="Lato"/>
              </a:rPr>
              <a:t>Personal Shopper NPC</a:t>
            </a:r>
            <a:r>
              <a:rPr lang="en" sz="900" b="1">
                <a:solidFill>
                  <a:srgbClr val="85859F"/>
                </a:solidFill>
                <a:latin typeface="Lato"/>
                <a:ea typeface="Lato"/>
                <a:cs typeface="Lato"/>
                <a:sym typeface="Lato"/>
              </a:rPr>
              <a:t> &gt; Model Requirements</a:t>
            </a:r>
            <a:endParaRPr sz="900" b="1">
              <a:solidFill>
                <a:srgbClr val="85859F"/>
              </a:solidFill>
              <a:latin typeface="Lato"/>
              <a:ea typeface="Lato"/>
              <a:cs typeface="Lato"/>
              <a:sym typeface="Lato"/>
            </a:endParaRPr>
          </a:p>
        </p:txBody>
      </p:sp>
      <p:grpSp>
        <p:nvGrpSpPr>
          <p:cNvPr id="668" name="Google Shape;668;p118"/>
          <p:cNvGrpSpPr/>
          <p:nvPr/>
        </p:nvGrpSpPr>
        <p:grpSpPr>
          <a:xfrm>
            <a:off x="579194" y="1714500"/>
            <a:ext cx="7938769" cy="322500"/>
            <a:chOff x="3517300" y="1160100"/>
            <a:chExt cx="5054609" cy="322500"/>
          </a:xfrm>
        </p:grpSpPr>
        <p:sp>
          <p:nvSpPr>
            <p:cNvPr id="669" name="Google Shape;669;p118"/>
            <p:cNvSpPr/>
            <p:nvPr/>
          </p:nvSpPr>
          <p:spPr>
            <a:xfrm flipH="1">
              <a:off x="3517300" y="1160100"/>
              <a:ext cx="1436700" cy="322500"/>
            </a:xfrm>
            <a:prstGeom prst="round1Rect">
              <a:avLst>
                <a:gd name="adj" fmla="val 32668"/>
              </a:avLst>
            </a:prstGeom>
            <a:solidFill>
              <a:srgbClr val="8686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latin typeface="Poppins SemiBold"/>
                  <a:ea typeface="Poppins SemiBold"/>
                  <a:cs typeface="Poppins SemiBold"/>
                  <a:sym typeface="Poppins SemiBold"/>
                </a:rPr>
                <a:t>Specification</a:t>
              </a:r>
              <a:endParaRPr sz="1100">
                <a:solidFill>
                  <a:srgbClr val="FFFFFF"/>
                </a:solidFill>
                <a:latin typeface="Poppins SemiBold"/>
                <a:ea typeface="Poppins SemiBold"/>
                <a:cs typeface="Poppins SemiBold"/>
                <a:sym typeface="Poppins SemiBold"/>
              </a:endParaRPr>
            </a:p>
          </p:txBody>
        </p:sp>
        <p:sp>
          <p:nvSpPr>
            <p:cNvPr id="670" name="Google Shape;670;p118"/>
            <p:cNvSpPr/>
            <p:nvPr/>
          </p:nvSpPr>
          <p:spPr>
            <a:xfrm>
              <a:off x="4980805" y="1160100"/>
              <a:ext cx="1602000" cy="322500"/>
            </a:xfrm>
            <a:prstGeom prst="rect">
              <a:avLst/>
            </a:prstGeom>
            <a:solidFill>
              <a:srgbClr val="8686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latin typeface="Poppins SemiBold"/>
                  <a:ea typeface="Poppins SemiBold"/>
                  <a:cs typeface="Poppins SemiBold"/>
                  <a:sym typeface="Poppins SemiBold"/>
                </a:rPr>
                <a:t>Requirement</a:t>
              </a:r>
              <a:endParaRPr sz="1100">
                <a:solidFill>
                  <a:srgbClr val="FFFFFF"/>
                </a:solidFill>
                <a:latin typeface="Poppins SemiBold"/>
                <a:ea typeface="Poppins SemiBold"/>
                <a:cs typeface="Poppins SemiBold"/>
                <a:sym typeface="Poppins SemiBold"/>
              </a:endParaRPr>
            </a:p>
          </p:txBody>
        </p:sp>
        <p:sp>
          <p:nvSpPr>
            <p:cNvPr id="671" name="Google Shape;671;p118"/>
            <p:cNvSpPr/>
            <p:nvPr/>
          </p:nvSpPr>
          <p:spPr>
            <a:xfrm>
              <a:off x="6609609" y="1160100"/>
              <a:ext cx="1962300" cy="322500"/>
            </a:xfrm>
            <a:prstGeom prst="round1Rect">
              <a:avLst>
                <a:gd name="adj" fmla="val 32668"/>
              </a:avLst>
            </a:prstGeom>
            <a:solidFill>
              <a:srgbClr val="8686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latin typeface="Poppins SemiBold"/>
                  <a:ea typeface="Poppins SemiBold"/>
                  <a:cs typeface="Poppins SemiBold"/>
                  <a:sym typeface="Poppins SemiBold"/>
                </a:rPr>
                <a:t>Rationale</a:t>
              </a:r>
              <a:endParaRPr sz="1100">
                <a:solidFill>
                  <a:srgbClr val="FFFFFF"/>
                </a:solidFill>
                <a:latin typeface="Poppins SemiBold"/>
                <a:ea typeface="Poppins SemiBold"/>
                <a:cs typeface="Poppins SemiBold"/>
                <a:sym typeface="Poppins SemiBold"/>
              </a:endParaRPr>
            </a:p>
          </p:txBody>
        </p:sp>
      </p:grpSp>
      <p:sp>
        <p:nvSpPr>
          <p:cNvPr id="672" name="Google Shape;672;p118"/>
          <p:cNvSpPr txBox="1"/>
          <p:nvPr/>
        </p:nvSpPr>
        <p:spPr>
          <a:xfrm>
            <a:off x="571500" y="1224225"/>
            <a:ext cx="2464800" cy="43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32328C"/>
                </a:solidFill>
                <a:latin typeface="Poppins"/>
                <a:ea typeface="Poppins"/>
                <a:cs typeface="Poppins"/>
                <a:sym typeface="Poppins"/>
              </a:rPr>
              <a:t>Model Requirements</a:t>
            </a:r>
            <a:endParaRPr b="1">
              <a:solidFill>
                <a:srgbClr val="32328C"/>
              </a:solidFill>
              <a:latin typeface="Lato"/>
              <a:ea typeface="Lato"/>
              <a:cs typeface="Lato"/>
              <a:sym typeface="Lato"/>
            </a:endParaRPr>
          </a:p>
        </p:txBody>
      </p:sp>
      <p:graphicFrame>
        <p:nvGraphicFramePr>
          <p:cNvPr id="673" name="Google Shape;673;p118"/>
          <p:cNvGraphicFramePr/>
          <p:nvPr/>
        </p:nvGraphicFramePr>
        <p:xfrm>
          <a:off x="2853875" y="2084244"/>
          <a:ext cx="5664025" cy="2693140"/>
        </p:xfrm>
        <a:graphic>
          <a:graphicData uri="http://schemas.openxmlformats.org/drawingml/2006/table">
            <a:tbl>
              <a:tblPr>
                <a:noFill/>
                <a:tableStyleId>{10167779-98EA-4334-B83C-3EA2ADDCB2A7}</a:tableStyleId>
              </a:tblPr>
              <a:tblGrid>
                <a:gridCol w="2554650">
                  <a:extLst>
                    <a:ext uri="{9D8B030D-6E8A-4147-A177-3AD203B41FA5}">
                      <a16:colId xmlns:a16="http://schemas.microsoft.com/office/drawing/2014/main" val="20000"/>
                    </a:ext>
                  </a:extLst>
                </a:gridCol>
                <a:gridCol w="3109375">
                  <a:extLst>
                    <a:ext uri="{9D8B030D-6E8A-4147-A177-3AD203B41FA5}">
                      <a16:colId xmlns:a16="http://schemas.microsoft.com/office/drawing/2014/main" val="20001"/>
                    </a:ext>
                  </a:extLst>
                </a:gridCol>
              </a:tblGrid>
              <a:tr h="414225">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 </a:t>
                      </a:r>
                      <a:r>
                        <a:rPr lang="en" sz="700" b="1">
                          <a:solidFill>
                            <a:srgbClr val="0F243E"/>
                          </a:solidFill>
                          <a:latin typeface="Lato"/>
                          <a:ea typeface="Lato"/>
                          <a:cs typeface="Lato"/>
                          <a:sym typeface="Lato"/>
                        </a:rPr>
                        <a:t>Multimodal Multilingual model for Text to Text &amp; Image</a:t>
                      </a:r>
                      <a:r>
                        <a:rPr lang="en" sz="700">
                          <a:solidFill>
                            <a:srgbClr val="0F243E"/>
                          </a:solidFill>
                          <a:latin typeface="Lato"/>
                          <a:ea typeface="Lato"/>
                          <a:cs typeface="Lato"/>
                          <a:sym typeface="Lato"/>
                        </a:rPr>
                        <a:t>, with average context window (up to 300k).</a:t>
                      </a:r>
                      <a:endParaRPr sz="200" i="1">
                        <a:solidFill>
                          <a:schemeClr val="accent4"/>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Users should be able to ask (in different languages) for items that meet particular styles or purposes. The model should be able to take in criteria around pricing and user currency balance to generate images of items/outfits examples.</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4225">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 </a:t>
                      </a:r>
                      <a:r>
                        <a:rPr lang="en" sz="700">
                          <a:solidFill>
                            <a:srgbClr val="0F243E"/>
                          </a:solidFill>
                          <a:latin typeface="Lato"/>
                          <a:ea typeface="Lato"/>
                          <a:cs typeface="Lato"/>
                          <a:sym typeface="Lato"/>
                        </a:rPr>
                        <a:t>Cost per Token (blended),  RAG, live vector items database connection, </a:t>
                      </a:r>
                      <a:r>
                        <a:rPr lang="en" sz="700" b="1">
                          <a:solidFill>
                            <a:srgbClr val="0F243E"/>
                          </a:solidFill>
                          <a:latin typeface="Lato"/>
                          <a:ea typeface="Lato"/>
                          <a:cs typeface="Lato"/>
                          <a:sym typeface="Lato"/>
                        </a:rPr>
                        <a:t>USD per 1000 images</a:t>
                      </a:r>
                      <a:r>
                        <a:rPr lang="en" sz="700">
                          <a:solidFill>
                            <a:srgbClr val="0F243E"/>
                          </a:solidFill>
                          <a:latin typeface="Lato"/>
                          <a:ea typeface="Lato"/>
                          <a:cs typeface="Lato"/>
                          <a:sym typeface="Lato"/>
                        </a:rPr>
                        <a:t>.</a:t>
                      </a:r>
                      <a:endParaRPr sz="700" i="1">
                        <a:solidFill>
                          <a:schemeClr val="accent4"/>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Majority of outputs will be image based. Model should be connected to a live database and consider popularity based on items sales data. lowest USD per 1000 images as possible while maintaining average generation speed and quality.  </a:t>
                      </a:r>
                      <a:endParaRPr sz="700">
                        <a:solidFill>
                          <a:srgbClr val="0F243E"/>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414225">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 </a:t>
                      </a:r>
                      <a:r>
                        <a:rPr lang="en" sz="700" b="1">
                          <a:solidFill>
                            <a:srgbClr val="0F243E"/>
                          </a:solidFill>
                          <a:latin typeface="Lato"/>
                          <a:ea typeface="Lato"/>
                          <a:cs typeface="Lato"/>
                          <a:sym typeface="Lato"/>
                        </a:rPr>
                        <a:t>Moderate latency </a:t>
                      </a:r>
                      <a:r>
                        <a:rPr lang="en" sz="700">
                          <a:solidFill>
                            <a:srgbClr val="0F243E"/>
                          </a:solidFill>
                          <a:latin typeface="Lato"/>
                          <a:ea typeface="Lato"/>
                          <a:cs typeface="Lato"/>
                          <a:sym typeface="Lato"/>
                        </a:rPr>
                        <a:t>in favour of higher complexity.  </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Favouring trust and adoption rate, goal is to provide more accurate outputs while avoiding lag, frustration and players dropping the feature or the game. </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414225">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 </a:t>
                      </a:r>
                      <a:r>
                        <a:rPr lang="en" sz="700" b="1">
                          <a:solidFill>
                            <a:srgbClr val="0F243E"/>
                          </a:solidFill>
                          <a:latin typeface="Lato"/>
                          <a:ea typeface="Lato"/>
                          <a:cs typeface="Lato"/>
                          <a:sym typeface="Lato"/>
                        </a:rPr>
                        <a:t>600+ Million API calls per month.</a:t>
                      </a:r>
                      <a:r>
                        <a:rPr lang="en" sz="700">
                          <a:solidFill>
                            <a:srgbClr val="0F243E"/>
                          </a:solidFill>
                          <a:latin typeface="Lato"/>
                          <a:ea typeface="Lato"/>
                          <a:cs typeface="Lato"/>
                          <a:sym typeface="Lato"/>
                        </a:rPr>
                        <a:t> (</a:t>
                      </a:r>
                      <a:r>
                        <a:rPr lang="en" sz="700" i="1">
                          <a:solidFill>
                            <a:srgbClr val="0F243E"/>
                          </a:solidFill>
                          <a:latin typeface="Lato"/>
                          <a:ea typeface="Lato"/>
                          <a:cs typeface="Lato"/>
                          <a:sym typeface="Lato"/>
                        </a:rPr>
                        <a:t>200k DAU, 3x sessions per day, 34 API calls per session - RAG + Image generation/modification)</a:t>
                      </a:r>
                      <a:endParaRPr sz="1000" b="1" i="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API calls considering DAU, agent sessions PU/day, prompts per session and assuming 80% of RAG + image generation/modification</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414225">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 </a:t>
                      </a:r>
                      <a:r>
                        <a:rPr lang="en" sz="700">
                          <a:solidFill>
                            <a:srgbClr val="0F243E"/>
                          </a:solidFill>
                          <a:latin typeface="Lato"/>
                          <a:ea typeface="Lato"/>
                          <a:cs typeface="Lato"/>
                          <a:sym typeface="Lato"/>
                        </a:rPr>
                        <a:t>Proprietary.</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Simpler implementation is preferred. Player collected data is secured under user_id. </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414225">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 </a:t>
                      </a:r>
                      <a:r>
                        <a:rPr lang="en" sz="700">
                          <a:solidFill>
                            <a:srgbClr val="0F243E"/>
                          </a:solidFill>
                          <a:latin typeface="Lato"/>
                          <a:ea typeface="Lato"/>
                          <a:cs typeface="Lato"/>
                          <a:sym typeface="Lato"/>
                        </a:rPr>
                        <a:t> RAG - Proprietary live items vector database, sales and player profile info.</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Model needs to be able to lookup items database to identify items matching the prompt, sales database (if necessary) for popularity assessment and user live currency balance table. </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bl>
          </a:graphicData>
        </a:graphic>
      </p:graphicFrame>
      <p:grpSp>
        <p:nvGrpSpPr>
          <p:cNvPr id="674" name="Google Shape;674;p118"/>
          <p:cNvGrpSpPr/>
          <p:nvPr/>
        </p:nvGrpSpPr>
        <p:grpSpPr>
          <a:xfrm>
            <a:off x="579201" y="2099851"/>
            <a:ext cx="2256424" cy="2677699"/>
            <a:chOff x="586874" y="2243632"/>
            <a:chExt cx="1243346" cy="2565092"/>
          </a:xfrm>
        </p:grpSpPr>
        <p:sp>
          <p:nvSpPr>
            <p:cNvPr id="675" name="Google Shape;675;p118"/>
            <p:cNvSpPr/>
            <p:nvPr/>
          </p:nvSpPr>
          <p:spPr>
            <a:xfrm flipH="1">
              <a:off x="587320" y="2243632"/>
              <a:ext cx="1242900" cy="481500"/>
            </a:xfrm>
            <a:prstGeom prst="round1Rect">
              <a:avLst>
                <a:gd name="adj" fmla="val 32668"/>
              </a:avLst>
            </a:prstGeom>
            <a:solidFill>
              <a:srgbClr val="E3E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32328C"/>
                  </a:solidFill>
                  <a:latin typeface="Poppins SemiBold"/>
                  <a:ea typeface="Poppins SemiBold"/>
                  <a:cs typeface="Poppins SemiBold"/>
                  <a:sym typeface="Poppins SemiBold"/>
                </a:rPr>
                <a:t>Model Capabilities</a:t>
              </a:r>
              <a:endParaRPr sz="800">
                <a:solidFill>
                  <a:srgbClr val="32328C"/>
                </a:solidFill>
                <a:latin typeface="Lato"/>
                <a:ea typeface="Lato"/>
                <a:cs typeface="Lato"/>
                <a:sym typeface="Lato"/>
              </a:endParaRPr>
            </a:p>
          </p:txBody>
        </p:sp>
        <p:sp>
          <p:nvSpPr>
            <p:cNvPr id="676" name="Google Shape;676;p118"/>
            <p:cNvSpPr/>
            <p:nvPr/>
          </p:nvSpPr>
          <p:spPr>
            <a:xfrm>
              <a:off x="586874" y="2750594"/>
              <a:ext cx="1242900" cy="429600"/>
            </a:xfrm>
            <a:prstGeom prst="rect">
              <a:avLst/>
            </a:prstGeom>
            <a:solidFill>
              <a:srgbClr val="E3E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32328C"/>
                  </a:solidFill>
                  <a:latin typeface="Poppins SemiBold"/>
                  <a:ea typeface="Poppins SemiBold"/>
                  <a:cs typeface="Poppins SemiBold"/>
                  <a:sym typeface="Poppins SemiBold"/>
                </a:rPr>
                <a:t>Costs</a:t>
              </a:r>
              <a:endParaRPr sz="800">
                <a:solidFill>
                  <a:srgbClr val="32328C"/>
                </a:solidFill>
                <a:latin typeface="Lato"/>
                <a:ea typeface="Lato"/>
                <a:cs typeface="Lato"/>
                <a:sym typeface="Lato"/>
              </a:endParaRPr>
            </a:p>
          </p:txBody>
        </p:sp>
        <p:sp>
          <p:nvSpPr>
            <p:cNvPr id="677" name="Google Shape;677;p118"/>
            <p:cNvSpPr/>
            <p:nvPr/>
          </p:nvSpPr>
          <p:spPr>
            <a:xfrm>
              <a:off x="586874" y="3206029"/>
              <a:ext cx="1242900" cy="378600"/>
            </a:xfrm>
            <a:prstGeom prst="rect">
              <a:avLst/>
            </a:prstGeom>
            <a:solidFill>
              <a:srgbClr val="E3E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32328C"/>
                  </a:solidFill>
                  <a:latin typeface="Poppins SemiBold"/>
                  <a:ea typeface="Poppins SemiBold"/>
                  <a:cs typeface="Poppins SemiBold"/>
                  <a:sym typeface="Poppins SemiBold"/>
                </a:rPr>
                <a:t>Latency</a:t>
              </a:r>
              <a:endParaRPr sz="800">
                <a:solidFill>
                  <a:srgbClr val="32328C"/>
                </a:solidFill>
                <a:latin typeface="Lato"/>
                <a:ea typeface="Lato"/>
                <a:cs typeface="Lato"/>
                <a:sym typeface="Lato"/>
              </a:endParaRPr>
            </a:p>
          </p:txBody>
        </p:sp>
        <p:sp>
          <p:nvSpPr>
            <p:cNvPr id="678" name="Google Shape;678;p118"/>
            <p:cNvSpPr/>
            <p:nvPr/>
          </p:nvSpPr>
          <p:spPr>
            <a:xfrm>
              <a:off x="586875" y="3610469"/>
              <a:ext cx="1242900" cy="378600"/>
            </a:xfrm>
            <a:prstGeom prst="rect">
              <a:avLst/>
            </a:prstGeom>
            <a:solidFill>
              <a:srgbClr val="E3E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32328C"/>
                  </a:solidFill>
                  <a:latin typeface="Poppins SemiBold"/>
                  <a:ea typeface="Poppins SemiBold"/>
                  <a:cs typeface="Poppins SemiBold"/>
                  <a:sym typeface="Poppins SemiBold"/>
                </a:rPr>
                <a:t>Throughput</a:t>
              </a:r>
              <a:endParaRPr sz="800">
                <a:solidFill>
                  <a:srgbClr val="32328C"/>
                </a:solidFill>
                <a:latin typeface="Lato"/>
                <a:ea typeface="Lato"/>
                <a:cs typeface="Lato"/>
                <a:sym typeface="Lato"/>
              </a:endParaRPr>
            </a:p>
          </p:txBody>
        </p:sp>
        <p:sp>
          <p:nvSpPr>
            <p:cNvPr id="679" name="Google Shape;679;p118"/>
            <p:cNvSpPr/>
            <p:nvPr/>
          </p:nvSpPr>
          <p:spPr>
            <a:xfrm>
              <a:off x="586875" y="4014910"/>
              <a:ext cx="1242900" cy="378600"/>
            </a:xfrm>
            <a:prstGeom prst="rect">
              <a:avLst/>
            </a:prstGeom>
            <a:solidFill>
              <a:srgbClr val="E3E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32328C"/>
                  </a:solidFill>
                  <a:latin typeface="Poppins SemiBold"/>
                  <a:ea typeface="Poppins SemiBold"/>
                  <a:cs typeface="Poppins SemiBold"/>
                  <a:sym typeface="Poppins SemiBold"/>
                </a:rPr>
                <a:t>Open vs. Proprietary</a:t>
              </a:r>
              <a:endParaRPr sz="800">
                <a:solidFill>
                  <a:srgbClr val="32328C"/>
                </a:solidFill>
                <a:latin typeface="Lato"/>
                <a:ea typeface="Lato"/>
                <a:cs typeface="Lato"/>
                <a:sym typeface="Lato"/>
              </a:endParaRPr>
            </a:p>
          </p:txBody>
        </p:sp>
        <p:sp>
          <p:nvSpPr>
            <p:cNvPr id="680" name="Google Shape;680;p118"/>
            <p:cNvSpPr/>
            <p:nvPr/>
          </p:nvSpPr>
          <p:spPr>
            <a:xfrm rot="10800000">
              <a:off x="586879" y="4431323"/>
              <a:ext cx="1242900" cy="377400"/>
            </a:xfrm>
            <a:prstGeom prst="round1Rect">
              <a:avLst>
                <a:gd name="adj" fmla="val 32668"/>
              </a:avLst>
            </a:prstGeom>
            <a:solidFill>
              <a:srgbClr val="E3E3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81" name="Google Shape;681;p118"/>
            <p:cNvSpPr/>
            <p:nvPr/>
          </p:nvSpPr>
          <p:spPr>
            <a:xfrm>
              <a:off x="595979" y="4419337"/>
              <a:ext cx="1233900" cy="37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32328C"/>
                  </a:solidFill>
                  <a:latin typeface="Poppins SemiBold"/>
                  <a:ea typeface="Poppins SemiBold"/>
                  <a:cs typeface="Poppins SemiBold"/>
                  <a:sym typeface="Poppins SemiBold"/>
                </a:rPr>
                <a:t>Knowledge Base</a:t>
              </a:r>
              <a:endParaRPr sz="800">
                <a:solidFill>
                  <a:srgbClr val="32328C"/>
                </a:solidFill>
                <a:latin typeface="Lato"/>
                <a:ea typeface="Lato"/>
                <a:cs typeface="Lato"/>
                <a:sym typeface="Lato"/>
              </a:endParaRPr>
            </a:p>
          </p:txBody>
        </p:sp>
      </p:grpSp>
      <p:sp>
        <p:nvSpPr>
          <p:cNvPr id="682" name="Google Shape;682;p118"/>
          <p:cNvSpPr/>
          <p:nvPr/>
        </p:nvSpPr>
        <p:spPr>
          <a:xfrm>
            <a:off x="7250" y="7250"/>
            <a:ext cx="9136800" cy="485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683" name="Google Shape;683;p118"/>
          <p:cNvPicPr preferRelativeResize="0"/>
          <p:nvPr/>
        </p:nvPicPr>
        <p:blipFill>
          <a:blip r:embed="rId3">
            <a:alphaModFix/>
          </a:blip>
          <a:stretch>
            <a:fillRect/>
          </a:stretch>
        </p:blipFill>
        <p:spPr>
          <a:xfrm>
            <a:off x="8505050" y="-16450"/>
            <a:ext cx="534225" cy="532800"/>
          </a:xfrm>
          <a:prstGeom prst="rect">
            <a:avLst/>
          </a:prstGeom>
          <a:noFill/>
          <a:ln>
            <a:noFill/>
          </a:ln>
        </p:spPr>
      </p:pic>
      <p:pic>
        <p:nvPicPr>
          <p:cNvPr id="684" name="Google Shape;684;p118" descr="A group of people posing for the camera&#10;&#10;Description automatically generated"/>
          <p:cNvPicPr preferRelativeResize="0"/>
          <p:nvPr/>
        </p:nvPicPr>
        <p:blipFill rotWithShape="1">
          <a:blip r:embed="rId4">
            <a:alphaModFix/>
          </a:blip>
          <a:srcRect/>
          <a:stretch/>
        </p:blipFill>
        <p:spPr>
          <a:xfrm rot="252827">
            <a:off x="7289919" y="388988"/>
            <a:ext cx="1676147" cy="16761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119"/>
          <p:cNvSpPr txBox="1"/>
          <p:nvPr/>
        </p:nvSpPr>
        <p:spPr>
          <a:xfrm>
            <a:off x="571500" y="571500"/>
            <a:ext cx="23697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a:solidFill>
                  <a:schemeClr val="accent4"/>
                </a:solidFill>
                <a:latin typeface="Lato"/>
                <a:ea typeface="Lato"/>
                <a:cs typeface="Lato"/>
                <a:sym typeface="Lato"/>
              </a:rPr>
              <a:t>Personal Shopper NPC</a:t>
            </a:r>
            <a:r>
              <a:rPr lang="en" sz="900" b="1">
                <a:solidFill>
                  <a:srgbClr val="85859F"/>
                </a:solidFill>
                <a:latin typeface="Lato"/>
                <a:ea typeface="Lato"/>
                <a:cs typeface="Lato"/>
                <a:sym typeface="Lato"/>
              </a:rPr>
              <a:t> &gt; Model Requirements</a:t>
            </a:r>
            <a:endParaRPr sz="900" b="1">
              <a:solidFill>
                <a:srgbClr val="85859F"/>
              </a:solidFill>
              <a:latin typeface="Lato"/>
              <a:ea typeface="Lato"/>
              <a:cs typeface="Lato"/>
              <a:sym typeface="Lato"/>
            </a:endParaRPr>
          </a:p>
        </p:txBody>
      </p:sp>
      <p:grpSp>
        <p:nvGrpSpPr>
          <p:cNvPr id="690" name="Google Shape;690;p119"/>
          <p:cNvGrpSpPr/>
          <p:nvPr/>
        </p:nvGrpSpPr>
        <p:grpSpPr>
          <a:xfrm>
            <a:off x="579194" y="1714500"/>
            <a:ext cx="7938769" cy="322500"/>
            <a:chOff x="3517300" y="1160100"/>
            <a:chExt cx="5054609" cy="322500"/>
          </a:xfrm>
        </p:grpSpPr>
        <p:sp>
          <p:nvSpPr>
            <p:cNvPr id="691" name="Google Shape;691;p119"/>
            <p:cNvSpPr/>
            <p:nvPr/>
          </p:nvSpPr>
          <p:spPr>
            <a:xfrm flipH="1">
              <a:off x="3517300" y="1160100"/>
              <a:ext cx="1436700" cy="322500"/>
            </a:xfrm>
            <a:prstGeom prst="round1Rect">
              <a:avLst>
                <a:gd name="adj" fmla="val 32668"/>
              </a:avLst>
            </a:prstGeom>
            <a:solidFill>
              <a:srgbClr val="8686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latin typeface="Poppins SemiBold"/>
                  <a:ea typeface="Poppins SemiBold"/>
                  <a:cs typeface="Poppins SemiBold"/>
                  <a:sym typeface="Poppins SemiBold"/>
                </a:rPr>
                <a:t>Specification</a:t>
              </a:r>
              <a:endParaRPr sz="1100">
                <a:solidFill>
                  <a:srgbClr val="FFFFFF"/>
                </a:solidFill>
                <a:latin typeface="Poppins SemiBold"/>
                <a:ea typeface="Poppins SemiBold"/>
                <a:cs typeface="Poppins SemiBold"/>
                <a:sym typeface="Poppins SemiBold"/>
              </a:endParaRPr>
            </a:p>
          </p:txBody>
        </p:sp>
        <p:sp>
          <p:nvSpPr>
            <p:cNvPr id="692" name="Google Shape;692;p119"/>
            <p:cNvSpPr/>
            <p:nvPr/>
          </p:nvSpPr>
          <p:spPr>
            <a:xfrm>
              <a:off x="4980805" y="1160100"/>
              <a:ext cx="1602000" cy="322500"/>
            </a:xfrm>
            <a:prstGeom prst="rect">
              <a:avLst/>
            </a:prstGeom>
            <a:solidFill>
              <a:srgbClr val="8686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latin typeface="Poppins SemiBold"/>
                  <a:ea typeface="Poppins SemiBold"/>
                  <a:cs typeface="Poppins SemiBold"/>
                  <a:sym typeface="Poppins SemiBold"/>
                </a:rPr>
                <a:t>Requirement</a:t>
              </a:r>
              <a:endParaRPr sz="1100">
                <a:solidFill>
                  <a:srgbClr val="FFFFFF"/>
                </a:solidFill>
                <a:latin typeface="Poppins SemiBold"/>
                <a:ea typeface="Poppins SemiBold"/>
                <a:cs typeface="Poppins SemiBold"/>
                <a:sym typeface="Poppins SemiBold"/>
              </a:endParaRPr>
            </a:p>
          </p:txBody>
        </p:sp>
        <p:sp>
          <p:nvSpPr>
            <p:cNvPr id="693" name="Google Shape;693;p119"/>
            <p:cNvSpPr/>
            <p:nvPr/>
          </p:nvSpPr>
          <p:spPr>
            <a:xfrm>
              <a:off x="6609609" y="1160100"/>
              <a:ext cx="1962300" cy="322500"/>
            </a:xfrm>
            <a:prstGeom prst="round1Rect">
              <a:avLst>
                <a:gd name="adj" fmla="val 32668"/>
              </a:avLst>
            </a:prstGeom>
            <a:solidFill>
              <a:srgbClr val="8686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latin typeface="Poppins SemiBold"/>
                  <a:ea typeface="Poppins SemiBold"/>
                  <a:cs typeface="Poppins SemiBold"/>
                  <a:sym typeface="Poppins SemiBold"/>
                </a:rPr>
                <a:t>Rationale</a:t>
              </a:r>
              <a:endParaRPr sz="1100">
                <a:solidFill>
                  <a:srgbClr val="FFFFFF"/>
                </a:solidFill>
                <a:latin typeface="Poppins SemiBold"/>
                <a:ea typeface="Poppins SemiBold"/>
                <a:cs typeface="Poppins SemiBold"/>
                <a:sym typeface="Poppins SemiBold"/>
              </a:endParaRPr>
            </a:p>
          </p:txBody>
        </p:sp>
      </p:grpSp>
      <p:sp>
        <p:nvSpPr>
          <p:cNvPr id="694" name="Google Shape;694;p119"/>
          <p:cNvSpPr txBox="1"/>
          <p:nvPr/>
        </p:nvSpPr>
        <p:spPr>
          <a:xfrm>
            <a:off x="571500" y="1224225"/>
            <a:ext cx="2464800" cy="43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32328C"/>
                </a:solidFill>
                <a:latin typeface="Poppins"/>
                <a:ea typeface="Poppins"/>
                <a:cs typeface="Poppins"/>
                <a:sym typeface="Poppins"/>
              </a:rPr>
              <a:t>Model Requirements</a:t>
            </a:r>
            <a:endParaRPr b="1">
              <a:solidFill>
                <a:srgbClr val="32328C"/>
              </a:solidFill>
              <a:latin typeface="Lato"/>
              <a:ea typeface="Lato"/>
              <a:cs typeface="Lato"/>
              <a:sym typeface="Lato"/>
            </a:endParaRPr>
          </a:p>
        </p:txBody>
      </p:sp>
      <p:graphicFrame>
        <p:nvGraphicFramePr>
          <p:cNvPr id="695" name="Google Shape;695;p119"/>
          <p:cNvGraphicFramePr/>
          <p:nvPr/>
        </p:nvGraphicFramePr>
        <p:xfrm>
          <a:off x="2853875" y="2084244"/>
          <a:ext cx="5664025" cy="2693140"/>
        </p:xfrm>
        <a:graphic>
          <a:graphicData uri="http://schemas.openxmlformats.org/drawingml/2006/table">
            <a:tbl>
              <a:tblPr>
                <a:noFill/>
                <a:tableStyleId>{10167779-98EA-4334-B83C-3EA2ADDCB2A7}</a:tableStyleId>
              </a:tblPr>
              <a:tblGrid>
                <a:gridCol w="2554650">
                  <a:extLst>
                    <a:ext uri="{9D8B030D-6E8A-4147-A177-3AD203B41FA5}">
                      <a16:colId xmlns:a16="http://schemas.microsoft.com/office/drawing/2014/main" val="20000"/>
                    </a:ext>
                  </a:extLst>
                </a:gridCol>
                <a:gridCol w="3109375">
                  <a:extLst>
                    <a:ext uri="{9D8B030D-6E8A-4147-A177-3AD203B41FA5}">
                      <a16:colId xmlns:a16="http://schemas.microsoft.com/office/drawing/2014/main" val="20001"/>
                    </a:ext>
                  </a:extLst>
                </a:gridCol>
              </a:tblGrid>
              <a:tr h="414225">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 </a:t>
                      </a:r>
                      <a:r>
                        <a:rPr lang="en" sz="700" b="1">
                          <a:solidFill>
                            <a:srgbClr val="0F243E"/>
                          </a:solidFill>
                          <a:latin typeface="Lato"/>
                          <a:ea typeface="Lato"/>
                          <a:cs typeface="Lato"/>
                          <a:sym typeface="Lato"/>
                        </a:rPr>
                        <a:t>Multimodal Multilingual model for Text to Text &amp; Image</a:t>
                      </a:r>
                      <a:r>
                        <a:rPr lang="en" sz="700">
                          <a:solidFill>
                            <a:srgbClr val="0F243E"/>
                          </a:solidFill>
                          <a:latin typeface="Lato"/>
                          <a:ea typeface="Lato"/>
                          <a:cs typeface="Lato"/>
                          <a:sym typeface="Lato"/>
                        </a:rPr>
                        <a:t>, with average context window (up to 300k).</a:t>
                      </a:r>
                      <a:endParaRPr sz="200" i="1">
                        <a:solidFill>
                          <a:schemeClr val="accent4"/>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Users should be able to ask (in different languages) for items that meet particular styles or purposes. The model should be able to take in criteria around pricing and user currency balance to generate images of items/outfits examples.</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4225">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 </a:t>
                      </a:r>
                      <a:r>
                        <a:rPr lang="en" sz="700">
                          <a:solidFill>
                            <a:srgbClr val="0F243E"/>
                          </a:solidFill>
                          <a:latin typeface="Lato"/>
                          <a:ea typeface="Lato"/>
                          <a:cs typeface="Lato"/>
                          <a:sym typeface="Lato"/>
                        </a:rPr>
                        <a:t>Cost per Token (blended),  RAG, live vector items database connection, </a:t>
                      </a:r>
                      <a:r>
                        <a:rPr lang="en" sz="700" b="1">
                          <a:solidFill>
                            <a:srgbClr val="0F243E"/>
                          </a:solidFill>
                          <a:latin typeface="Lato"/>
                          <a:ea typeface="Lato"/>
                          <a:cs typeface="Lato"/>
                          <a:sym typeface="Lato"/>
                        </a:rPr>
                        <a:t>USD per 1000 images</a:t>
                      </a:r>
                      <a:r>
                        <a:rPr lang="en" sz="700">
                          <a:solidFill>
                            <a:srgbClr val="0F243E"/>
                          </a:solidFill>
                          <a:latin typeface="Lato"/>
                          <a:ea typeface="Lato"/>
                          <a:cs typeface="Lato"/>
                          <a:sym typeface="Lato"/>
                        </a:rPr>
                        <a:t>.</a:t>
                      </a:r>
                      <a:endParaRPr sz="700" i="1">
                        <a:solidFill>
                          <a:schemeClr val="accent4"/>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Majority of outputs will be image based. Model should be connected to a live database and consider popularity based on items sales data. lowest USD per 1000 images as possible while maintaining average generation speed and quality.  </a:t>
                      </a:r>
                      <a:endParaRPr sz="700">
                        <a:solidFill>
                          <a:srgbClr val="0F243E"/>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414225">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 </a:t>
                      </a:r>
                      <a:r>
                        <a:rPr lang="en" sz="700" b="1">
                          <a:solidFill>
                            <a:srgbClr val="0F243E"/>
                          </a:solidFill>
                          <a:latin typeface="Lato"/>
                          <a:ea typeface="Lato"/>
                          <a:cs typeface="Lato"/>
                          <a:sym typeface="Lato"/>
                        </a:rPr>
                        <a:t>Moderate latency </a:t>
                      </a:r>
                      <a:r>
                        <a:rPr lang="en" sz="700">
                          <a:solidFill>
                            <a:srgbClr val="0F243E"/>
                          </a:solidFill>
                          <a:latin typeface="Lato"/>
                          <a:ea typeface="Lato"/>
                          <a:cs typeface="Lato"/>
                          <a:sym typeface="Lato"/>
                        </a:rPr>
                        <a:t>in favour of higher complexity.  </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Favouring trust and adoption rate, goal is to provide more accurate outputs while avoiding lag, frustration and players dropping the feature or the game. </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414225">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 </a:t>
                      </a:r>
                      <a:r>
                        <a:rPr lang="en" sz="700" b="1">
                          <a:solidFill>
                            <a:srgbClr val="0F243E"/>
                          </a:solidFill>
                          <a:latin typeface="Lato"/>
                          <a:ea typeface="Lato"/>
                          <a:cs typeface="Lato"/>
                          <a:sym typeface="Lato"/>
                        </a:rPr>
                        <a:t>600+ Million API calls per month.</a:t>
                      </a:r>
                      <a:r>
                        <a:rPr lang="en" sz="700">
                          <a:solidFill>
                            <a:srgbClr val="0F243E"/>
                          </a:solidFill>
                          <a:latin typeface="Lato"/>
                          <a:ea typeface="Lato"/>
                          <a:cs typeface="Lato"/>
                          <a:sym typeface="Lato"/>
                        </a:rPr>
                        <a:t> (</a:t>
                      </a:r>
                      <a:r>
                        <a:rPr lang="en" sz="700" i="1">
                          <a:solidFill>
                            <a:srgbClr val="0F243E"/>
                          </a:solidFill>
                          <a:latin typeface="Lato"/>
                          <a:ea typeface="Lato"/>
                          <a:cs typeface="Lato"/>
                          <a:sym typeface="Lato"/>
                        </a:rPr>
                        <a:t>200k DAU, 3x sessions per day, 34 API calls per session - RAG + Image generation/modification)</a:t>
                      </a:r>
                      <a:endParaRPr sz="1000" b="1" i="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API calls considering DAU, agent sessions PU/day, prompts per session and assuming 80% of RAG + image generation/modification</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414225">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 </a:t>
                      </a:r>
                      <a:r>
                        <a:rPr lang="en" sz="700">
                          <a:solidFill>
                            <a:srgbClr val="0F243E"/>
                          </a:solidFill>
                          <a:latin typeface="Lato"/>
                          <a:ea typeface="Lato"/>
                          <a:cs typeface="Lato"/>
                          <a:sym typeface="Lato"/>
                        </a:rPr>
                        <a:t>Proprietary.</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Simpler implementation is preferred. Player collected data is secured under user_id. </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414225">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 </a:t>
                      </a:r>
                      <a:r>
                        <a:rPr lang="en" sz="700">
                          <a:solidFill>
                            <a:schemeClr val="lt2"/>
                          </a:solidFill>
                          <a:latin typeface="Lato"/>
                          <a:ea typeface="Lato"/>
                          <a:cs typeface="Lato"/>
                          <a:sym typeface="Lato"/>
                        </a:rPr>
                        <a:t> RAG - Proprietary live items vector database, sales and player profile info.</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sz="700" i="1">
                          <a:solidFill>
                            <a:schemeClr val="accent4"/>
                          </a:solidFill>
                          <a:latin typeface="Lato"/>
                          <a:ea typeface="Lato"/>
                          <a:cs typeface="Lato"/>
                          <a:sym typeface="Lato"/>
                        </a:rPr>
                        <a:t>💡</a:t>
                      </a:r>
                      <a:r>
                        <a:rPr lang="en" sz="700">
                          <a:solidFill>
                            <a:srgbClr val="0F243E"/>
                          </a:solidFill>
                          <a:latin typeface="Lato"/>
                          <a:ea typeface="Lato"/>
                          <a:cs typeface="Lato"/>
                          <a:sym typeface="Lato"/>
                        </a:rPr>
                        <a:t>Model needs to be able to lookup items database to identify items matching the prompt, sales database (if necessary) for popularity assessment and user live currency balance table. </a:t>
                      </a:r>
                      <a:endParaRPr sz="1000" b="1">
                        <a:solidFill>
                          <a:srgbClr val="3C4856"/>
                        </a:solidFill>
                        <a:latin typeface="Lato"/>
                        <a:ea typeface="Lato"/>
                        <a:cs typeface="Lato"/>
                        <a:sym typeface="Lato"/>
                      </a:endParaRPr>
                    </a:p>
                  </a:txBody>
                  <a:tcPr marL="91425" marR="91425" marT="45700" marB="4570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bl>
          </a:graphicData>
        </a:graphic>
      </p:graphicFrame>
      <p:grpSp>
        <p:nvGrpSpPr>
          <p:cNvPr id="696" name="Google Shape;696;p119"/>
          <p:cNvGrpSpPr/>
          <p:nvPr/>
        </p:nvGrpSpPr>
        <p:grpSpPr>
          <a:xfrm>
            <a:off x="579201" y="2099851"/>
            <a:ext cx="2256424" cy="2677699"/>
            <a:chOff x="586874" y="2243632"/>
            <a:chExt cx="1243346" cy="2565092"/>
          </a:xfrm>
        </p:grpSpPr>
        <p:sp>
          <p:nvSpPr>
            <p:cNvPr id="697" name="Google Shape;697;p119"/>
            <p:cNvSpPr/>
            <p:nvPr/>
          </p:nvSpPr>
          <p:spPr>
            <a:xfrm flipH="1">
              <a:off x="587320" y="2243632"/>
              <a:ext cx="1242900" cy="481500"/>
            </a:xfrm>
            <a:prstGeom prst="round1Rect">
              <a:avLst>
                <a:gd name="adj" fmla="val 32668"/>
              </a:avLst>
            </a:prstGeom>
            <a:solidFill>
              <a:srgbClr val="E3E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32328C"/>
                  </a:solidFill>
                  <a:latin typeface="Poppins SemiBold"/>
                  <a:ea typeface="Poppins SemiBold"/>
                  <a:cs typeface="Poppins SemiBold"/>
                  <a:sym typeface="Poppins SemiBold"/>
                </a:rPr>
                <a:t>Model Capabilities</a:t>
              </a:r>
              <a:endParaRPr sz="800">
                <a:solidFill>
                  <a:srgbClr val="32328C"/>
                </a:solidFill>
                <a:latin typeface="Lato"/>
                <a:ea typeface="Lato"/>
                <a:cs typeface="Lato"/>
                <a:sym typeface="Lato"/>
              </a:endParaRPr>
            </a:p>
          </p:txBody>
        </p:sp>
        <p:sp>
          <p:nvSpPr>
            <p:cNvPr id="698" name="Google Shape;698;p119"/>
            <p:cNvSpPr/>
            <p:nvPr/>
          </p:nvSpPr>
          <p:spPr>
            <a:xfrm>
              <a:off x="586874" y="2750594"/>
              <a:ext cx="1242900" cy="429600"/>
            </a:xfrm>
            <a:prstGeom prst="rect">
              <a:avLst/>
            </a:prstGeom>
            <a:solidFill>
              <a:srgbClr val="E3E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32328C"/>
                  </a:solidFill>
                  <a:latin typeface="Poppins SemiBold"/>
                  <a:ea typeface="Poppins SemiBold"/>
                  <a:cs typeface="Poppins SemiBold"/>
                  <a:sym typeface="Poppins SemiBold"/>
                </a:rPr>
                <a:t>Costs</a:t>
              </a:r>
              <a:endParaRPr sz="800">
                <a:solidFill>
                  <a:srgbClr val="32328C"/>
                </a:solidFill>
                <a:latin typeface="Lato"/>
                <a:ea typeface="Lato"/>
                <a:cs typeface="Lato"/>
                <a:sym typeface="Lato"/>
              </a:endParaRPr>
            </a:p>
          </p:txBody>
        </p:sp>
        <p:sp>
          <p:nvSpPr>
            <p:cNvPr id="699" name="Google Shape;699;p119"/>
            <p:cNvSpPr/>
            <p:nvPr/>
          </p:nvSpPr>
          <p:spPr>
            <a:xfrm>
              <a:off x="586874" y="3206029"/>
              <a:ext cx="1242900" cy="378600"/>
            </a:xfrm>
            <a:prstGeom prst="rect">
              <a:avLst/>
            </a:prstGeom>
            <a:solidFill>
              <a:srgbClr val="E3E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32328C"/>
                  </a:solidFill>
                  <a:latin typeface="Poppins SemiBold"/>
                  <a:ea typeface="Poppins SemiBold"/>
                  <a:cs typeface="Poppins SemiBold"/>
                  <a:sym typeface="Poppins SemiBold"/>
                </a:rPr>
                <a:t>Latency</a:t>
              </a:r>
              <a:endParaRPr sz="800">
                <a:solidFill>
                  <a:srgbClr val="32328C"/>
                </a:solidFill>
                <a:latin typeface="Lato"/>
                <a:ea typeface="Lato"/>
                <a:cs typeface="Lato"/>
                <a:sym typeface="Lato"/>
              </a:endParaRPr>
            </a:p>
          </p:txBody>
        </p:sp>
        <p:sp>
          <p:nvSpPr>
            <p:cNvPr id="700" name="Google Shape;700;p119"/>
            <p:cNvSpPr/>
            <p:nvPr/>
          </p:nvSpPr>
          <p:spPr>
            <a:xfrm>
              <a:off x="586875" y="3610469"/>
              <a:ext cx="1242900" cy="378600"/>
            </a:xfrm>
            <a:prstGeom prst="rect">
              <a:avLst/>
            </a:prstGeom>
            <a:solidFill>
              <a:srgbClr val="E3E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32328C"/>
                  </a:solidFill>
                  <a:latin typeface="Poppins SemiBold"/>
                  <a:ea typeface="Poppins SemiBold"/>
                  <a:cs typeface="Poppins SemiBold"/>
                  <a:sym typeface="Poppins SemiBold"/>
                </a:rPr>
                <a:t>Throughput</a:t>
              </a:r>
              <a:endParaRPr sz="800">
                <a:solidFill>
                  <a:srgbClr val="32328C"/>
                </a:solidFill>
                <a:latin typeface="Lato"/>
                <a:ea typeface="Lato"/>
                <a:cs typeface="Lato"/>
                <a:sym typeface="Lato"/>
              </a:endParaRPr>
            </a:p>
          </p:txBody>
        </p:sp>
        <p:sp>
          <p:nvSpPr>
            <p:cNvPr id="701" name="Google Shape;701;p119"/>
            <p:cNvSpPr/>
            <p:nvPr/>
          </p:nvSpPr>
          <p:spPr>
            <a:xfrm>
              <a:off x="586875" y="4014910"/>
              <a:ext cx="1242900" cy="378600"/>
            </a:xfrm>
            <a:prstGeom prst="rect">
              <a:avLst/>
            </a:prstGeom>
            <a:solidFill>
              <a:srgbClr val="E3E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32328C"/>
                  </a:solidFill>
                  <a:latin typeface="Poppins SemiBold"/>
                  <a:ea typeface="Poppins SemiBold"/>
                  <a:cs typeface="Poppins SemiBold"/>
                  <a:sym typeface="Poppins SemiBold"/>
                </a:rPr>
                <a:t>Open vs. Proprietary</a:t>
              </a:r>
              <a:endParaRPr sz="800">
                <a:solidFill>
                  <a:srgbClr val="32328C"/>
                </a:solidFill>
                <a:latin typeface="Lato"/>
                <a:ea typeface="Lato"/>
                <a:cs typeface="Lato"/>
                <a:sym typeface="Lato"/>
              </a:endParaRPr>
            </a:p>
          </p:txBody>
        </p:sp>
        <p:sp>
          <p:nvSpPr>
            <p:cNvPr id="702" name="Google Shape;702;p119"/>
            <p:cNvSpPr/>
            <p:nvPr/>
          </p:nvSpPr>
          <p:spPr>
            <a:xfrm rot="10800000">
              <a:off x="586879" y="4431323"/>
              <a:ext cx="1242900" cy="377400"/>
            </a:xfrm>
            <a:prstGeom prst="round1Rect">
              <a:avLst>
                <a:gd name="adj" fmla="val 32668"/>
              </a:avLst>
            </a:prstGeom>
            <a:solidFill>
              <a:srgbClr val="E3E3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03" name="Google Shape;703;p119"/>
            <p:cNvSpPr/>
            <p:nvPr/>
          </p:nvSpPr>
          <p:spPr>
            <a:xfrm>
              <a:off x="595979" y="4419337"/>
              <a:ext cx="1233900" cy="37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32328C"/>
                  </a:solidFill>
                  <a:latin typeface="Poppins SemiBold"/>
                  <a:ea typeface="Poppins SemiBold"/>
                  <a:cs typeface="Poppins SemiBold"/>
                  <a:sym typeface="Poppins SemiBold"/>
                </a:rPr>
                <a:t>Knowledge Base</a:t>
              </a:r>
              <a:endParaRPr sz="800">
                <a:solidFill>
                  <a:srgbClr val="32328C"/>
                </a:solidFill>
                <a:latin typeface="Lato"/>
                <a:ea typeface="Lato"/>
                <a:cs typeface="Lato"/>
                <a:sym typeface="Lato"/>
              </a:endParaRPr>
            </a:p>
          </p:txBody>
        </p:sp>
      </p:grpSp>
      <p:sp>
        <p:nvSpPr>
          <p:cNvPr id="704" name="Google Shape;704;p119"/>
          <p:cNvSpPr txBox="1"/>
          <p:nvPr/>
        </p:nvSpPr>
        <p:spPr>
          <a:xfrm>
            <a:off x="3318300" y="473400"/>
            <a:ext cx="1452900" cy="22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85859F"/>
                </a:solidFill>
                <a:latin typeface="Poppins"/>
                <a:ea typeface="Poppins"/>
                <a:cs typeface="Poppins"/>
                <a:sym typeface="Poppins"/>
              </a:rPr>
              <a:t>Nova Pro (</a:t>
            </a:r>
            <a:r>
              <a:rPr lang="en" sz="1000">
                <a:solidFill>
                  <a:srgbClr val="85859F"/>
                </a:solidFill>
                <a:latin typeface="Poppins"/>
                <a:ea typeface="Poppins"/>
                <a:cs typeface="Poppins"/>
                <a:sym typeface="Poppins"/>
              </a:rPr>
              <a:t>Bedrock)</a:t>
            </a:r>
            <a:endParaRPr sz="1000">
              <a:solidFill>
                <a:srgbClr val="85859F"/>
              </a:solidFill>
              <a:latin typeface="Poppins"/>
              <a:ea typeface="Poppins"/>
              <a:cs typeface="Poppins"/>
              <a:sym typeface="Poppins"/>
            </a:endParaRPr>
          </a:p>
        </p:txBody>
      </p:sp>
      <p:sp>
        <p:nvSpPr>
          <p:cNvPr id="705" name="Google Shape;705;p119"/>
          <p:cNvSpPr txBox="1"/>
          <p:nvPr/>
        </p:nvSpPr>
        <p:spPr>
          <a:xfrm>
            <a:off x="5550663" y="484588"/>
            <a:ext cx="1488300" cy="22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85859F"/>
                </a:solidFill>
                <a:latin typeface="Poppins"/>
                <a:ea typeface="Poppins"/>
                <a:cs typeface="Poppins"/>
                <a:sym typeface="Poppins"/>
              </a:rPr>
              <a:t>GPT-4o (</a:t>
            </a:r>
            <a:r>
              <a:rPr lang="en" sz="1000">
                <a:solidFill>
                  <a:srgbClr val="85859F"/>
                </a:solidFill>
                <a:latin typeface="Poppins"/>
                <a:ea typeface="Poppins"/>
                <a:cs typeface="Poppins"/>
                <a:sym typeface="Poppins"/>
              </a:rPr>
              <a:t>DALL-E 3</a:t>
            </a:r>
            <a:r>
              <a:rPr lang="en" sz="1000" b="1">
                <a:solidFill>
                  <a:srgbClr val="85859F"/>
                </a:solidFill>
                <a:latin typeface="Poppins"/>
                <a:ea typeface="Poppins"/>
                <a:cs typeface="Poppins"/>
                <a:sym typeface="Poppins"/>
              </a:rPr>
              <a:t>)</a:t>
            </a:r>
            <a:endParaRPr sz="1000" b="1">
              <a:solidFill>
                <a:srgbClr val="85859F"/>
              </a:solidFill>
              <a:latin typeface="Poppins"/>
              <a:ea typeface="Poppins"/>
              <a:cs typeface="Poppins"/>
              <a:sym typeface="Poppins"/>
            </a:endParaRPr>
          </a:p>
        </p:txBody>
      </p:sp>
      <p:sp>
        <p:nvSpPr>
          <p:cNvPr id="706" name="Google Shape;706;p119"/>
          <p:cNvSpPr txBox="1"/>
          <p:nvPr/>
        </p:nvSpPr>
        <p:spPr>
          <a:xfrm>
            <a:off x="7484400" y="484600"/>
            <a:ext cx="1414200" cy="22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rgbClr val="85859F"/>
                </a:solidFill>
                <a:latin typeface="Poppins"/>
                <a:ea typeface="Poppins"/>
                <a:cs typeface="Poppins"/>
                <a:sym typeface="Poppins"/>
              </a:rPr>
              <a:t>Gemini 2.0Flash</a:t>
            </a:r>
            <a:endParaRPr sz="1000" b="1">
              <a:solidFill>
                <a:srgbClr val="85859F"/>
              </a:solidFill>
              <a:latin typeface="Poppins"/>
              <a:ea typeface="Poppins"/>
              <a:cs typeface="Poppins"/>
              <a:sym typeface="Poppins"/>
            </a:endParaRPr>
          </a:p>
        </p:txBody>
      </p:sp>
      <p:sp>
        <p:nvSpPr>
          <p:cNvPr id="707" name="Google Shape;707;p119"/>
          <p:cNvSpPr txBox="1"/>
          <p:nvPr/>
        </p:nvSpPr>
        <p:spPr>
          <a:xfrm>
            <a:off x="2836200" y="702000"/>
            <a:ext cx="2417100" cy="501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800" i="1">
                <a:latin typeface="Lato"/>
                <a:ea typeface="Lato"/>
                <a:cs typeface="Lato"/>
                <a:sym typeface="Lato"/>
              </a:rPr>
              <a:t>“Real-time game data processing”</a:t>
            </a:r>
            <a:br>
              <a:rPr lang="en" sz="800" i="1">
                <a:latin typeface="Lato"/>
                <a:ea typeface="Lato"/>
                <a:cs typeface="Lato"/>
                <a:sym typeface="Lato"/>
              </a:rPr>
            </a:br>
            <a:r>
              <a:rPr lang="en" sz="800" i="1">
                <a:latin typeface="Lato"/>
                <a:ea typeface="Lato"/>
                <a:cs typeface="Lato"/>
                <a:sym typeface="Lato"/>
              </a:rPr>
              <a:t>“Limited languages covered”</a:t>
            </a:r>
            <a:endParaRPr sz="800" i="1">
              <a:latin typeface="Lato"/>
              <a:ea typeface="Lato"/>
              <a:cs typeface="Lato"/>
              <a:sym typeface="Lato"/>
            </a:endParaRPr>
          </a:p>
          <a:p>
            <a:pPr marL="0" lvl="0" indent="0" algn="ctr" rtl="0">
              <a:lnSpc>
                <a:spcPct val="115000"/>
              </a:lnSpc>
              <a:spcBef>
                <a:spcPts val="0"/>
              </a:spcBef>
              <a:spcAft>
                <a:spcPts val="0"/>
              </a:spcAft>
              <a:buNone/>
            </a:pPr>
            <a:r>
              <a:rPr lang="en" sz="800" i="1">
                <a:latin typeface="Lato"/>
                <a:ea typeface="Lato"/>
                <a:cs typeface="Lato"/>
                <a:sym typeface="Lato"/>
              </a:rPr>
              <a:t>“Optimized for high-volume, low-cost API calls”</a:t>
            </a:r>
            <a:endParaRPr sz="700" i="1">
              <a:solidFill>
                <a:schemeClr val="accent4"/>
              </a:solidFill>
              <a:latin typeface="Lato"/>
              <a:ea typeface="Lato"/>
              <a:cs typeface="Lato"/>
              <a:sym typeface="Lato"/>
            </a:endParaRPr>
          </a:p>
        </p:txBody>
      </p:sp>
      <p:sp>
        <p:nvSpPr>
          <p:cNvPr id="708" name="Google Shape;708;p119"/>
          <p:cNvSpPr txBox="1"/>
          <p:nvPr/>
        </p:nvSpPr>
        <p:spPr>
          <a:xfrm>
            <a:off x="5109975" y="713200"/>
            <a:ext cx="2369700" cy="800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800" i="1">
                <a:latin typeface="Lato"/>
                <a:ea typeface="Lato"/>
                <a:cs typeface="Lato"/>
                <a:sym typeface="Lato"/>
              </a:rPr>
              <a:t>“Strong text &amp; images in one system”</a:t>
            </a:r>
            <a:br>
              <a:rPr lang="en" sz="800" i="1">
                <a:latin typeface="Lato"/>
                <a:ea typeface="Lato"/>
                <a:cs typeface="Lato"/>
                <a:sym typeface="Lato"/>
              </a:rPr>
            </a:br>
            <a:r>
              <a:rPr lang="en" sz="800" i="1">
                <a:latin typeface="Lato"/>
                <a:ea typeface="Lato"/>
                <a:cs typeface="Lato"/>
                <a:sym typeface="Lato"/>
              </a:rPr>
              <a:t>“Strong game image textures rendering”</a:t>
            </a:r>
            <a:endParaRPr sz="800" i="1">
              <a:latin typeface="Lato"/>
              <a:ea typeface="Lato"/>
              <a:cs typeface="Lato"/>
              <a:sym typeface="Lato"/>
            </a:endParaRPr>
          </a:p>
          <a:p>
            <a:pPr marL="0" lvl="0" indent="0" algn="ctr" rtl="0">
              <a:lnSpc>
                <a:spcPct val="115000"/>
              </a:lnSpc>
              <a:spcBef>
                <a:spcPts val="0"/>
              </a:spcBef>
              <a:spcAft>
                <a:spcPts val="0"/>
              </a:spcAft>
              <a:buNone/>
            </a:pPr>
            <a:r>
              <a:rPr lang="en" sz="800" i="1">
                <a:latin typeface="Lato"/>
                <a:ea typeface="Lato"/>
                <a:cs typeface="Lato"/>
                <a:sym typeface="Lato"/>
              </a:rPr>
              <a:t>“High cost - needs APIs for database connections”</a:t>
            </a:r>
            <a:endParaRPr sz="700" i="1">
              <a:solidFill>
                <a:schemeClr val="accent4"/>
              </a:solidFill>
              <a:latin typeface="Lato"/>
              <a:ea typeface="Lato"/>
              <a:cs typeface="Lato"/>
              <a:sym typeface="Lato"/>
            </a:endParaRPr>
          </a:p>
        </p:txBody>
      </p:sp>
      <p:sp>
        <p:nvSpPr>
          <p:cNvPr id="709" name="Google Shape;709;p119"/>
          <p:cNvSpPr txBox="1"/>
          <p:nvPr/>
        </p:nvSpPr>
        <p:spPr>
          <a:xfrm>
            <a:off x="7222799" y="709025"/>
            <a:ext cx="1937400" cy="501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800" i="1">
                <a:latin typeface="Lato"/>
                <a:ea typeface="Lato"/>
                <a:cs typeface="Lato"/>
                <a:sym typeface="Lato"/>
              </a:rPr>
              <a:t> “Most competitive cost”</a:t>
            </a:r>
            <a:br>
              <a:rPr lang="en" sz="800" i="1">
                <a:latin typeface="Lato"/>
                <a:ea typeface="Lato"/>
                <a:cs typeface="Lato"/>
                <a:sym typeface="Lato"/>
              </a:rPr>
            </a:br>
            <a:r>
              <a:rPr lang="en" sz="800" i="1">
                <a:latin typeface="Lato"/>
                <a:ea typeface="Lato"/>
                <a:cs typeface="Lato"/>
                <a:sym typeface="Lato"/>
              </a:rPr>
              <a:t>“Most languages covered”</a:t>
            </a:r>
            <a:endParaRPr sz="800" i="1">
              <a:latin typeface="Lato"/>
              <a:ea typeface="Lato"/>
              <a:cs typeface="Lato"/>
              <a:sym typeface="Lato"/>
            </a:endParaRPr>
          </a:p>
          <a:p>
            <a:pPr marL="0" lvl="0" indent="0" algn="ctr" rtl="0">
              <a:lnSpc>
                <a:spcPct val="115000"/>
              </a:lnSpc>
              <a:spcBef>
                <a:spcPts val="0"/>
              </a:spcBef>
              <a:spcAft>
                <a:spcPts val="0"/>
              </a:spcAft>
              <a:buNone/>
            </a:pPr>
            <a:r>
              <a:rPr lang="en" sz="800" i="1">
                <a:latin typeface="Lato"/>
                <a:ea typeface="Lato"/>
                <a:cs typeface="Lato"/>
                <a:sym typeface="Lato"/>
              </a:rPr>
              <a:t>“Strong  multimodal feedback loops”</a:t>
            </a:r>
            <a:endParaRPr sz="700" i="1">
              <a:solidFill>
                <a:schemeClr val="accent4"/>
              </a:solidFill>
              <a:latin typeface="Lato"/>
              <a:ea typeface="Lato"/>
              <a:cs typeface="Lato"/>
              <a:sym typeface="Lato"/>
            </a:endParaRPr>
          </a:p>
        </p:txBody>
      </p:sp>
      <p:pic>
        <p:nvPicPr>
          <p:cNvPr id="710" name="Google Shape;710;p119" title="aws_small.png"/>
          <p:cNvPicPr preferRelativeResize="0"/>
          <p:nvPr/>
        </p:nvPicPr>
        <p:blipFill>
          <a:blip r:embed="rId3">
            <a:alphaModFix/>
          </a:blip>
          <a:stretch>
            <a:fillRect/>
          </a:stretch>
        </p:blipFill>
        <p:spPr>
          <a:xfrm>
            <a:off x="3709788" y="141436"/>
            <a:ext cx="669924" cy="367940"/>
          </a:xfrm>
          <a:prstGeom prst="rect">
            <a:avLst/>
          </a:prstGeom>
          <a:noFill/>
          <a:ln>
            <a:noFill/>
          </a:ln>
        </p:spPr>
      </p:pic>
      <p:pic>
        <p:nvPicPr>
          <p:cNvPr id="711" name="Google Shape;711;p119" title="ChatGPT-Logo.png"/>
          <p:cNvPicPr preferRelativeResize="0"/>
          <p:nvPr/>
        </p:nvPicPr>
        <p:blipFill>
          <a:blip r:embed="rId4">
            <a:alphaModFix/>
          </a:blip>
          <a:stretch>
            <a:fillRect/>
          </a:stretch>
        </p:blipFill>
        <p:spPr>
          <a:xfrm>
            <a:off x="5884154" y="39900"/>
            <a:ext cx="821340" cy="422911"/>
          </a:xfrm>
          <a:prstGeom prst="rect">
            <a:avLst/>
          </a:prstGeom>
          <a:noFill/>
          <a:ln>
            <a:noFill/>
          </a:ln>
        </p:spPr>
      </p:pic>
      <p:pic>
        <p:nvPicPr>
          <p:cNvPr id="712" name="Google Shape;712;p119" title="google-logo-png-webinar-optimizing-for-success-google-business-webinar-13.png"/>
          <p:cNvPicPr preferRelativeResize="0"/>
          <p:nvPr/>
        </p:nvPicPr>
        <p:blipFill>
          <a:blip r:embed="rId5">
            <a:alphaModFix/>
          </a:blip>
          <a:stretch>
            <a:fillRect/>
          </a:stretch>
        </p:blipFill>
        <p:spPr>
          <a:xfrm>
            <a:off x="7949689" y="30009"/>
            <a:ext cx="483610" cy="44268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pic>
        <p:nvPicPr>
          <p:cNvPr id="717" name="Google Shape;717;p120" descr="A screenshot of a video game&#10;&#10;AI-generated content may be incorrect."/>
          <p:cNvPicPr preferRelativeResize="0"/>
          <p:nvPr/>
        </p:nvPicPr>
        <p:blipFill rotWithShape="1">
          <a:blip r:embed="rId3">
            <a:alphaModFix amt="89000"/>
          </a:blip>
          <a:srcRect t="14212" b="5084"/>
          <a:stretch/>
        </p:blipFill>
        <p:spPr>
          <a:xfrm>
            <a:off x="5559125" y="0"/>
            <a:ext cx="3584874" cy="5143498"/>
          </a:xfrm>
          <a:prstGeom prst="rect">
            <a:avLst/>
          </a:prstGeom>
          <a:noFill/>
          <a:ln>
            <a:noFill/>
          </a:ln>
        </p:spPr>
      </p:pic>
      <p:sp>
        <p:nvSpPr>
          <p:cNvPr id="718" name="Google Shape;718;p120"/>
          <p:cNvSpPr txBox="1"/>
          <p:nvPr/>
        </p:nvSpPr>
        <p:spPr>
          <a:xfrm>
            <a:off x="571500" y="571500"/>
            <a:ext cx="4000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a:solidFill>
                  <a:schemeClr val="accent4"/>
                </a:solidFill>
                <a:latin typeface="Lato"/>
                <a:ea typeface="Lato"/>
                <a:cs typeface="Lato"/>
                <a:sym typeface="Lato"/>
              </a:rPr>
              <a:t>Personal Shopper NPC</a:t>
            </a:r>
            <a:r>
              <a:rPr lang="en" sz="900" b="1">
                <a:solidFill>
                  <a:srgbClr val="85859F"/>
                </a:solidFill>
                <a:latin typeface="Lato"/>
                <a:ea typeface="Lato"/>
                <a:cs typeface="Lato"/>
                <a:sym typeface="Lato"/>
              </a:rPr>
              <a:t> &gt; Prompt Requirements</a:t>
            </a:r>
            <a:endParaRPr sz="900" b="1">
              <a:solidFill>
                <a:srgbClr val="85859F"/>
              </a:solidFill>
              <a:latin typeface="Lato"/>
              <a:ea typeface="Lato"/>
              <a:cs typeface="Lato"/>
              <a:sym typeface="Lato"/>
            </a:endParaRPr>
          </a:p>
        </p:txBody>
      </p:sp>
      <p:graphicFrame>
        <p:nvGraphicFramePr>
          <p:cNvPr id="719" name="Google Shape;719;p120"/>
          <p:cNvGraphicFramePr/>
          <p:nvPr/>
        </p:nvGraphicFramePr>
        <p:xfrm>
          <a:off x="650763" y="1620547"/>
          <a:ext cx="4529100" cy="320010"/>
        </p:xfrm>
        <a:graphic>
          <a:graphicData uri="http://schemas.openxmlformats.org/drawingml/2006/table">
            <a:tbl>
              <a:tblPr>
                <a:noFill/>
                <a:tableStyleId>{10167779-98EA-4334-B83C-3EA2ADDCB2A7}</a:tableStyleId>
              </a:tblPr>
              <a:tblGrid>
                <a:gridCol w="452910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 sz="900">
                          <a:solidFill>
                            <a:srgbClr val="32328C"/>
                          </a:solidFill>
                          <a:latin typeface="Poppins SemiBold"/>
                          <a:ea typeface="Poppins SemiBold"/>
                          <a:cs typeface="Poppins SemiBold"/>
                          <a:sym typeface="Poppins SemiBold"/>
                        </a:rPr>
                        <a:t>System Prompt</a:t>
                      </a:r>
                      <a:endParaRPr sz="900">
                        <a:solidFill>
                          <a:srgbClr val="32328C"/>
                        </a:solidFill>
                        <a:highlight>
                          <a:srgbClr val="BAF7EC"/>
                        </a:highlight>
                        <a:latin typeface="Poppins SemiBold"/>
                        <a:ea typeface="Poppins SemiBold"/>
                        <a:cs typeface="Poppins SemiBold"/>
                        <a:sym typeface="Poppins SemiBold"/>
                      </a:endParaRPr>
                    </a:p>
                  </a:txBody>
                  <a:tcPr marL="109725" marR="109725" marT="91425" marB="91425">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alpha val="0"/>
                        </a:srgbClr>
                      </a:solidFill>
                      <a:prstDash val="solid"/>
                      <a:round/>
                      <a:headEnd type="none" w="sm" len="sm"/>
                      <a:tailEnd type="none" w="sm" len="sm"/>
                    </a:lnB>
                    <a:solidFill>
                      <a:srgbClr val="E3E3FF"/>
                    </a:solidFill>
                  </a:tcPr>
                </a:tc>
                <a:extLst>
                  <a:ext uri="{0D108BD9-81ED-4DB2-BD59-A6C34878D82A}">
                    <a16:rowId xmlns:a16="http://schemas.microsoft.com/office/drawing/2014/main" val="10000"/>
                  </a:ext>
                </a:extLst>
              </a:tr>
            </a:tbl>
          </a:graphicData>
        </a:graphic>
      </p:graphicFrame>
      <p:sp>
        <p:nvSpPr>
          <p:cNvPr id="720" name="Google Shape;720;p120"/>
          <p:cNvSpPr txBox="1"/>
          <p:nvPr/>
        </p:nvSpPr>
        <p:spPr>
          <a:xfrm>
            <a:off x="571500" y="992363"/>
            <a:ext cx="6080700" cy="43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32328C"/>
                </a:solidFill>
                <a:latin typeface="Poppins"/>
                <a:ea typeface="Poppins"/>
                <a:cs typeface="Poppins"/>
                <a:sym typeface="Poppins"/>
              </a:rPr>
              <a:t>Prompt Requirements</a:t>
            </a:r>
            <a:endParaRPr b="1">
              <a:solidFill>
                <a:srgbClr val="32328C"/>
              </a:solidFill>
              <a:latin typeface="Lato"/>
              <a:ea typeface="Lato"/>
              <a:cs typeface="Lato"/>
              <a:sym typeface="Lato"/>
            </a:endParaRPr>
          </a:p>
        </p:txBody>
      </p:sp>
      <p:sp>
        <p:nvSpPr>
          <p:cNvPr id="721" name="Google Shape;721;p120"/>
          <p:cNvSpPr txBox="1"/>
          <p:nvPr/>
        </p:nvSpPr>
        <p:spPr>
          <a:xfrm>
            <a:off x="650775" y="2015000"/>
            <a:ext cx="4529100" cy="2520000"/>
          </a:xfrm>
          <a:prstGeom prst="rect">
            <a:avLst/>
          </a:prstGeom>
          <a:noFill/>
          <a:ln w="19050" cap="flat" cmpd="sng">
            <a:solidFill>
              <a:srgbClr val="8686FF"/>
            </a:solidFill>
            <a:prstDash val="dash"/>
            <a:round/>
            <a:headEnd type="none" w="sm" len="sm"/>
            <a:tailEnd type="none" w="sm" len="sm"/>
          </a:ln>
        </p:spPr>
        <p:txBody>
          <a:bodyPr spcFirstLastPara="1" wrap="square" lIns="91425" tIns="91425" rIns="91425" bIns="91425" anchor="t" anchorCtr="0">
            <a:noAutofit/>
          </a:bodyPr>
          <a:lstStyle/>
          <a:p>
            <a:pPr marL="0" lvl="0" indent="0" algn="l" rtl="0">
              <a:lnSpc>
                <a:spcPct val="140000"/>
              </a:lnSpc>
              <a:spcBef>
                <a:spcPts val="0"/>
              </a:spcBef>
              <a:spcAft>
                <a:spcPts val="0"/>
              </a:spcAft>
              <a:buNone/>
            </a:pPr>
            <a:r>
              <a:rPr lang="en" sz="900" i="1">
                <a:solidFill>
                  <a:schemeClr val="accent4"/>
                </a:solidFill>
                <a:latin typeface="Lato"/>
                <a:ea typeface="Lato"/>
                <a:cs typeface="Lato"/>
                <a:sym typeface="Lato"/>
              </a:rPr>
              <a:t>✏️ </a:t>
            </a:r>
            <a:r>
              <a:rPr lang="en" sz="1000">
                <a:latin typeface="Lato"/>
                <a:ea typeface="Lato"/>
                <a:cs typeface="Lato"/>
                <a:sym typeface="Lato"/>
              </a:rPr>
              <a:t>You are a </a:t>
            </a:r>
            <a:r>
              <a:rPr lang="en" sz="1000" b="1">
                <a:latin typeface="Lato"/>
                <a:ea typeface="Lato"/>
                <a:cs typeface="Lato"/>
                <a:sym typeface="Lato"/>
              </a:rPr>
              <a:t>Fashion Expert Personal Shopper</a:t>
            </a:r>
            <a:r>
              <a:rPr lang="en" sz="1000">
                <a:latin typeface="Lato"/>
                <a:ea typeface="Lato"/>
                <a:cs typeface="Lato"/>
                <a:sym typeface="Lato"/>
              </a:rPr>
              <a:t> assistant in a real-life simulator mobile game, designed to help players find their perfect look. Your role is to provide expert fashion advice, </a:t>
            </a:r>
            <a:r>
              <a:rPr lang="en" sz="1000" b="1">
                <a:latin typeface="Lato"/>
                <a:ea typeface="Lato"/>
                <a:cs typeface="Lato"/>
                <a:sym typeface="Lato"/>
              </a:rPr>
              <a:t>recommend</a:t>
            </a:r>
            <a:r>
              <a:rPr lang="en" sz="1000">
                <a:latin typeface="Lato"/>
                <a:ea typeface="Lato"/>
                <a:cs typeface="Lato"/>
                <a:sym typeface="Lato"/>
              </a:rPr>
              <a:t> </a:t>
            </a:r>
            <a:r>
              <a:rPr lang="en" sz="1000" b="1">
                <a:latin typeface="Lato"/>
                <a:ea typeface="Lato"/>
                <a:cs typeface="Lato"/>
                <a:sym typeface="Lato"/>
              </a:rPr>
              <a:t>clothing</a:t>
            </a:r>
            <a:r>
              <a:rPr lang="en" sz="1000">
                <a:latin typeface="Lato"/>
                <a:ea typeface="Lato"/>
                <a:cs typeface="Lato"/>
                <a:sym typeface="Lato"/>
              </a:rPr>
              <a:t> based on real-world trends and in-game item popularity, and assist players in purchasing stylish outfits. Always keep your </a:t>
            </a:r>
            <a:r>
              <a:rPr lang="en" sz="1000" b="1">
                <a:latin typeface="Lato"/>
                <a:ea typeface="Lato"/>
                <a:cs typeface="Lato"/>
                <a:sym typeface="Lato"/>
              </a:rPr>
              <a:t>tone upbeat, fun, and excited</a:t>
            </a:r>
            <a:r>
              <a:rPr lang="en" sz="1000">
                <a:latin typeface="Lato"/>
                <a:ea typeface="Lato"/>
                <a:cs typeface="Lato"/>
                <a:sym typeface="Lato"/>
              </a:rPr>
              <a:t>. When asked to generate fashion images of single items or complete outfits, ensure they are always appropriate and stylish, </a:t>
            </a:r>
            <a:r>
              <a:rPr lang="en" sz="1000" b="1">
                <a:latin typeface="Lato"/>
                <a:ea typeface="Lato"/>
                <a:cs typeface="Lato"/>
                <a:sym typeface="Lato"/>
              </a:rPr>
              <a:t>without any explicit content</a:t>
            </a:r>
            <a:r>
              <a:rPr lang="en" sz="1000">
                <a:latin typeface="Lato"/>
                <a:ea typeface="Lato"/>
                <a:cs typeface="Lato"/>
                <a:sym typeface="Lato"/>
              </a:rPr>
              <a:t>. Avoid debates or negativity, and if a player brings up an uncertain or sensitive topic, kindly guide them to </a:t>
            </a:r>
            <a:r>
              <a:rPr lang="en" sz="1000" b="1">
                <a:latin typeface="Lato"/>
                <a:ea typeface="Lato"/>
                <a:cs typeface="Lato"/>
                <a:sym typeface="Lato"/>
              </a:rPr>
              <a:t>Customer Support</a:t>
            </a:r>
            <a:r>
              <a:rPr lang="en" sz="1000">
                <a:latin typeface="Lato"/>
                <a:ea typeface="Lato"/>
                <a:cs typeface="Lato"/>
                <a:sym typeface="Lato"/>
              </a:rPr>
              <a:t>. Your goal is to make every player feel confident and inspired in their style choices, creating a positive and seamless </a:t>
            </a:r>
            <a:r>
              <a:rPr lang="en" sz="1000" b="1">
                <a:latin typeface="Lato"/>
                <a:ea typeface="Lato"/>
                <a:cs typeface="Lato"/>
                <a:sym typeface="Lato"/>
              </a:rPr>
              <a:t>shopping experience!</a:t>
            </a:r>
            <a:endParaRPr sz="1000" b="1">
              <a:latin typeface="Lato"/>
              <a:ea typeface="Lato"/>
              <a:cs typeface="Lato"/>
              <a:sym typeface="Lato"/>
            </a:endParaRPr>
          </a:p>
        </p:txBody>
      </p:sp>
      <p:sp>
        <p:nvSpPr>
          <p:cNvPr id="722" name="Google Shape;722;p120"/>
          <p:cNvSpPr/>
          <p:nvPr/>
        </p:nvSpPr>
        <p:spPr>
          <a:xfrm>
            <a:off x="7250" y="7250"/>
            <a:ext cx="9136800" cy="485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723" name="Google Shape;723;p120"/>
          <p:cNvPicPr preferRelativeResize="0"/>
          <p:nvPr/>
        </p:nvPicPr>
        <p:blipFill>
          <a:blip r:embed="rId4">
            <a:alphaModFix/>
          </a:blip>
          <a:stretch>
            <a:fillRect/>
          </a:stretch>
        </p:blipFill>
        <p:spPr>
          <a:xfrm>
            <a:off x="8505050" y="-16450"/>
            <a:ext cx="534225" cy="532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121"/>
          <p:cNvSpPr txBox="1"/>
          <p:nvPr/>
        </p:nvSpPr>
        <p:spPr>
          <a:xfrm>
            <a:off x="571500" y="571500"/>
            <a:ext cx="4000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a:solidFill>
                  <a:schemeClr val="accent4"/>
                </a:solidFill>
                <a:latin typeface="Lato"/>
                <a:ea typeface="Lato"/>
                <a:cs typeface="Lato"/>
                <a:sym typeface="Lato"/>
              </a:rPr>
              <a:t>Personal Shopper NPC</a:t>
            </a:r>
            <a:r>
              <a:rPr lang="en" sz="900" b="1">
                <a:solidFill>
                  <a:srgbClr val="85859F"/>
                </a:solidFill>
                <a:latin typeface="Lato"/>
                <a:ea typeface="Lato"/>
                <a:cs typeface="Lato"/>
                <a:sym typeface="Lato"/>
              </a:rPr>
              <a:t> &gt; Prompt Requirements</a:t>
            </a:r>
            <a:endParaRPr sz="900" b="1">
              <a:solidFill>
                <a:srgbClr val="85859F"/>
              </a:solidFill>
              <a:latin typeface="Lato"/>
              <a:ea typeface="Lato"/>
              <a:cs typeface="Lato"/>
              <a:sym typeface="Lato"/>
            </a:endParaRPr>
          </a:p>
        </p:txBody>
      </p:sp>
      <p:sp>
        <p:nvSpPr>
          <p:cNvPr id="729" name="Google Shape;729;p121"/>
          <p:cNvSpPr txBox="1"/>
          <p:nvPr/>
        </p:nvSpPr>
        <p:spPr>
          <a:xfrm>
            <a:off x="571500" y="992363"/>
            <a:ext cx="6080700" cy="43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32328C"/>
                </a:solidFill>
                <a:latin typeface="Poppins"/>
                <a:ea typeface="Poppins"/>
                <a:cs typeface="Poppins"/>
                <a:sym typeface="Poppins"/>
              </a:rPr>
              <a:t>Prompt Requirements</a:t>
            </a:r>
            <a:endParaRPr b="1">
              <a:solidFill>
                <a:srgbClr val="32328C"/>
              </a:solidFill>
              <a:latin typeface="Lato"/>
              <a:ea typeface="Lato"/>
              <a:cs typeface="Lato"/>
              <a:sym typeface="Lato"/>
            </a:endParaRPr>
          </a:p>
        </p:txBody>
      </p:sp>
      <p:graphicFrame>
        <p:nvGraphicFramePr>
          <p:cNvPr id="730" name="Google Shape;730;p121"/>
          <p:cNvGraphicFramePr/>
          <p:nvPr/>
        </p:nvGraphicFramePr>
        <p:xfrm>
          <a:off x="571488" y="2355460"/>
          <a:ext cx="2943150" cy="320010"/>
        </p:xfrm>
        <a:graphic>
          <a:graphicData uri="http://schemas.openxmlformats.org/drawingml/2006/table">
            <a:tbl>
              <a:tblPr>
                <a:noFill/>
                <a:tableStyleId>{10167779-98EA-4334-B83C-3EA2ADDCB2A7}</a:tableStyleId>
              </a:tblPr>
              <a:tblGrid>
                <a:gridCol w="29431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 sz="900" dirty="0">
                          <a:solidFill>
                            <a:srgbClr val="32328C"/>
                          </a:solidFill>
                          <a:latin typeface="Poppins SemiBold"/>
                          <a:ea typeface="Poppins SemiBold"/>
                          <a:cs typeface="Poppins SemiBold"/>
                          <a:sym typeface="Poppins SemiBold"/>
                        </a:rPr>
                        <a:t>Detailed 0-shot prompts</a:t>
                      </a:r>
                      <a:endParaRPr sz="900" dirty="0">
                        <a:solidFill>
                          <a:srgbClr val="32328C"/>
                        </a:solidFill>
                        <a:latin typeface="Poppins SemiBold"/>
                        <a:ea typeface="Poppins SemiBold"/>
                        <a:cs typeface="Poppins SemiBold"/>
                        <a:sym typeface="Poppins SemiBold"/>
                      </a:endParaRPr>
                    </a:p>
                  </a:txBody>
                  <a:tcPr marL="109725" marR="109725" marT="91425" marB="91425">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alpha val="0"/>
                        </a:srgbClr>
                      </a:solidFill>
                      <a:prstDash val="solid"/>
                      <a:round/>
                      <a:headEnd type="none" w="sm" len="sm"/>
                      <a:tailEnd type="none" w="sm" len="sm"/>
                    </a:lnB>
                    <a:solidFill>
                      <a:srgbClr val="E3E3FF"/>
                    </a:solidFill>
                  </a:tcPr>
                </a:tc>
                <a:extLst>
                  <a:ext uri="{0D108BD9-81ED-4DB2-BD59-A6C34878D82A}">
                    <a16:rowId xmlns:a16="http://schemas.microsoft.com/office/drawing/2014/main" val="10000"/>
                  </a:ext>
                </a:extLst>
              </a:tr>
            </a:tbl>
          </a:graphicData>
        </a:graphic>
      </p:graphicFrame>
      <p:sp>
        <p:nvSpPr>
          <p:cNvPr id="731" name="Google Shape;731;p121"/>
          <p:cNvSpPr txBox="1"/>
          <p:nvPr/>
        </p:nvSpPr>
        <p:spPr>
          <a:xfrm>
            <a:off x="587325" y="2834850"/>
            <a:ext cx="8317200" cy="1951200"/>
          </a:xfrm>
          <a:prstGeom prst="rect">
            <a:avLst/>
          </a:prstGeom>
          <a:noFill/>
          <a:ln w="19050" cap="flat" cmpd="sng">
            <a:solidFill>
              <a:srgbClr val="8686FF"/>
            </a:solidFill>
            <a:prstDash val="dash"/>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32328C"/>
                </a:solidFill>
                <a:latin typeface="Poppins SemiBold"/>
                <a:ea typeface="Poppins SemiBold"/>
                <a:cs typeface="Poppins SemiBold"/>
                <a:sym typeface="Poppins SemiBold"/>
              </a:rPr>
              <a:t>Player’s style + Season</a:t>
            </a:r>
            <a:endParaRPr sz="900" i="1">
              <a:solidFill>
                <a:schemeClr val="accent4"/>
              </a:solidFill>
              <a:latin typeface="Lato"/>
              <a:ea typeface="Lato"/>
              <a:cs typeface="Lato"/>
              <a:sym typeface="Lato"/>
            </a:endParaRPr>
          </a:p>
          <a:p>
            <a:pPr marL="0" lvl="0" indent="0" algn="l" rtl="0">
              <a:lnSpc>
                <a:spcPct val="115000"/>
              </a:lnSpc>
              <a:spcBef>
                <a:spcPts val="0"/>
              </a:spcBef>
              <a:spcAft>
                <a:spcPts val="0"/>
              </a:spcAft>
              <a:buNone/>
            </a:pPr>
            <a:r>
              <a:rPr lang="en" sz="900" i="1">
                <a:solidFill>
                  <a:schemeClr val="accent4"/>
                </a:solidFill>
                <a:latin typeface="Lato"/>
                <a:ea typeface="Lato"/>
                <a:cs typeface="Lato"/>
                <a:sym typeface="Lato"/>
              </a:rPr>
              <a:t>✏️</a:t>
            </a:r>
            <a:r>
              <a:rPr lang="en" sz="1000" i="1">
                <a:latin typeface="Lato"/>
                <a:ea typeface="Lato"/>
                <a:cs typeface="Lato"/>
                <a:sym typeface="Lato"/>
              </a:rPr>
              <a:t> “I’m looking for some new fashion pieces that fit my style. Can you recommend three items that match my vibe? I want something stylish and on-trend, but also something that fits the season. Tell me what you have and why they’d be a great fit for me!” </a:t>
            </a:r>
            <a:endParaRPr sz="1000" i="1">
              <a:latin typeface="Lato"/>
              <a:ea typeface="Lato"/>
              <a:cs typeface="Lato"/>
              <a:sym typeface="Lato"/>
            </a:endParaRPr>
          </a:p>
          <a:p>
            <a:pPr marL="0" lvl="0" indent="0" algn="l" rtl="0">
              <a:lnSpc>
                <a:spcPct val="115000"/>
              </a:lnSpc>
              <a:spcBef>
                <a:spcPts val="0"/>
              </a:spcBef>
              <a:spcAft>
                <a:spcPts val="0"/>
              </a:spcAft>
              <a:buNone/>
            </a:pPr>
            <a:br>
              <a:rPr lang="en" sz="1000" i="1">
                <a:latin typeface="Lato"/>
                <a:ea typeface="Lato"/>
                <a:cs typeface="Lato"/>
                <a:sym typeface="Lato"/>
              </a:rPr>
            </a:br>
            <a:r>
              <a:rPr lang="en" sz="900">
                <a:solidFill>
                  <a:srgbClr val="32328C"/>
                </a:solidFill>
                <a:latin typeface="Poppins SemiBold"/>
                <a:ea typeface="Poppins SemiBold"/>
                <a:cs typeface="Poppins SemiBold"/>
                <a:sym typeface="Poppins SemiBold"/>
              </a:rPr>
              <a:t>Event in game + Full Outfit + Color Preferences</a:t>
            </a:r>
            <a:endParaRPr sz="1000" i="1">
              <a:latin typeface="Lato"/>
              <a:ea typeface="Lato"/>
              <a:cs typeface="Lato"/>
              <a:sym typeface="Lato"/>
            </a:endParaRPr>
          </a:p>
          <a:p>
            <a:pPr marL="0" lvl="0" indent="0" algn="l" rtl="0">
              <a:lnSpc>
                <a:spcPct val="115000"/>
              </a:lnSpc>
              <a:spcBef>
                <a:spcPts val="0"/>
              </a:spcBef>
              <a:spcAft>
                <a:spcPts val="0"/>
              </a:spcAft>
              <a:buNone/>
            </a:pPr>
            <a:r>
              <a:rPr lang="en" sz="900" i="1">
                <a:solidFill>
                  <a:schemeClr val="accent4"/>
                </a:solidFill>
                <a:latin typeface="Lato"/>
                <a:ea typeface="Lato"/>
                <a:cs typeface="Lato"/>
                <a:sym typeface="Lato"/>
              </a:rPr>
              <a:t>✏️</a:t>
            </a:r>
            <a:r>
              <a:rPr lang="en" sz="1000" i="1">
                <a:latin typeface="Lato"/>
                <a:ea typeface="Lato"/>
                <a:cs typeface="Lato"/>
                <a:sym typeface="Lato"/>
              </a:rPr>
              <a:t> “I need an outfit for a formal gala, and I want to look absolutely stunning. Can you put together a full look for me? clothes, accessories—everything. I’d love something elegant that fits my color preferences, but I also want it to stand out!” </a:t>
            </a:r>
            <a:endParaRPr sz="1000" i="1">
              <a:latin typeface="Lato"/>
              <a:ea typeface="Lato"/>
              <a:cs typeface="Lato"/>
              <a:sym typeface="Lato"/>
            </a:endParaRPr>
          </a:p>
          <a:p>
            <a:pPr marL="0" lvl="0" indent="0" algn="l" rtl="0">
              <a:lnSpc>
                <a:spcPct val="115000"/>
              </a:lnSpc>
              <a:spcBef>
                <a:spcPts val="0"/>
              </a:spcBef>
              <a:spcAft>
                <a:spcPts val="0"/>
              </a:spcAft>
              <a:buNone/>
            </a:pPr>
            <a:br>
              <a:rPr lang="en" sz="1000" i="1">
                <a:latin typeface="Lato"/>
                <a:ea typeface="Lato"/>
                <a:cs typeface="Lato"/>
                <a:sym typeface="Lato"/>
              </a:rPr>
            </a:br>
            <a:r>
              <a:rPr lang="en" sz="900">
                <a:solidFill>
                  <a:srgbClr val="32328C"/>
                </a:solidFill>
                <a:latin typeface="Poppins SemiBold"/>
                <a:ea typeface="Poppins SemiBold"/>
                <a:cs typeface="Poppins SemiBold"/>
                <a:sym typeface="Poppins SemiBold"/>
              </a:rPr>
              <a:t>Player’s Wardrobe + Currency Balance + Item’s Versatility</a:t>
            </a:r>
            <a:endParaRPr sz="1000" i="1">
              <a:latin typeface="Lato"/>
              <a:ea typeface="Lato"/>
              <a:cs typeface="Lato"/>
              <a:sym typeface="Lato"/>
            </a:endParaRPr>
          </a:p>
          <a:p>
            <a:pPr marL="0" lvl="0" indent="0" algn="l" rtl="0">
              <a:lnSpc>
                <a:spcPct val="115000"/>
              </a:lnSpc>
              <a:spcBef>
                <a:spcPts val="0"/>
              </a:spcBef>
              <a:spcAft>
                <a:spcPts val="0"/>
              </a:spcAft>
              <a:buNone/>
            </a:pPr>
            <a:r>
              <a:rPr lang="en" sz="900" i="1">
                <a:solidFill>
                  <a:schemeClr val="accent4"/>
                </a:solidFill>
                <a:latin typeface="Lato"/>
                <a:ea typeface="Lato"/>
                <a:cs typeface="Lato"/>
                <a:sym typeface="Lato"/>
              </a:rPr>
              <a:t>✏️</a:t>
            </a:r>
            <a:r>
              <a:rPr lang="en" sz="1000" i="1">
                <a:latin typeface="Lato"/>
                <a:ea typeface="Lato"/>
                <a:cs typeface="Lato"/>
                <a:sym typeface="Lato"/>
              </a:rPr>
              <a:t> “I want to refresh my wardrobe, but I don’t want to break the bank. Can you suggest three stylish pieces that are affordable but still look high-quality? Something versatile would be great too!” </a:t>
            </a:r>
            <a:endParaRPr sz="1000" i="1">
              <a:latin typeface="Lato"/>
              <a:ea typeface="Lato"/>
              <a:cs typeface="Lato"/>
              <a:sym typeface="Lato"/>
            </a:endParaRPr>
          </a:p>
        </p:txBody>
      </p:sp>
      <p:graphicFrame>
        <p:nvGraphicFramePr>
          <p:cNvPr id="732" name="Google Shape;732;p121"/>
          <p:cNvGraphicFramePr/>
          <p:nvPr/>
        </p:nvGraphicFramePr>
        <p:xfrm>
          <a:off x="571488" y="1428285"/>
          <a:ext cx="2943150" cy="320010"/>
        </p:xfrm>
        <a:graphic>
          <a:graphicData uri="http://schemas.openxmlformats.org/drawingml/2006/table">
            <a:tbl>
              <a:tblPr>
                <a:noFill/>
                <a:tableStyleId>{10167779-98EA-4334-B83C-3EA2ADDCB2A7}</a:tableStyleId>
              </a:tblPr>
              <a:tblGrid>
                <a:gridCol w="29431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 sz="900">
                          <a:solidFill>
                            <a:srgbClr val="32328C"/>
                          </a:solidFill>
                          <a:latin typeface="Poppins SemiBold"/>
                          <a:ea typeface="Poppins SemiBold"/>
                          <a:cs typeface="Poppins SemiBold"/>
                          <a:sym typeface="Poppins SemiBold"/>
                        </a:rPr>
                        <a:t>0-shot prompts</a:t>
                      </a:r>
                      <a:endParaRPr sz="900">
                        <a:solidFill>
                          <a:srgbClr val="32328C"/>
                        </a:solidFill>
                        <a:latin typeface="Poppins SemiBold"/>
                        <a:ea typeface="Poppins SemiBold"/>
                        <a:cs typeface="Poppins SemiBold"/>
                        <a:sym typeface="Poppins SemiBold"/>
                      </a:endParaRPr>
                    </a:p>
                  </a:txBody>
                  <a:tcPr marL="109725" marR="109725" marT="91425" marB="91425">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alpha val="0"/>
                        </a:srgbClr>
                      </a:solidFill>
                      <a:prstDash val="solid"/>
                      <a:round/>
                      <a:headEnd type="none" w="sm" len="sm"/>
                      <a:tailEnd type="none" w="sm" len="sm"/>
                    </a:lnB>
                    <a:solidFill>
                      <a:srgbClr val="E3E3FF"/>
                    </a:solidFill>
                  </a:tcPr>
                </a:tc>
                <a:extLst>
                  <a:ext uri="{0D108BD9-81ED-4DB2-BD59-A6C34878D82A}">
                    <a16:rowId xmlns:a16="http://schemas.microsoft.com/office/drawing/2014/main" val="10000"/>
                  </a:ext>
                </a:extLst>
              </a:tr>
            </a:tbl>
          </a:graphicData>
        </a:graphic>
      </p:graphicFrame>
      <p:sp>
        <p:nvSpPr>
          <p:cNvPr id="733" name="Google Shape;733;p121"/>
          <p:cNvSpPr txBox="1"/>
          <p:nvPr/>
        </p:nvSpPr>
        <p:spPr>
          <a:xfrm>
            <a:off x="571488" y="1886655"/>
            <a:ext cx="8285700" cy="320100"/>
          </a:xfrm>
          <a:prstGeom prst="rect">
            <a:avLst/>
          </a:prstGeom>
          <a:noFill/>
          <a:ln w="19050" cap="flat" cmpd="sng">
            <a:solidFill>
              <a:srgbClr val="8686FF"/>
            </a:solidFill>
            <a:prstDash val="dash"/>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accent4"/>
                </a:solidFill>
                <a:latin typeface="Lato"/>
                <a:ea typeface="Lato"/>
                <a:cs typeface="Lato"/>
                <a:sym typeface="Lato"/>
              </a:rPr>
              <a:t>✏️</a:t>
            </a:r>
            <a:r>
              <a:rPr lang="en" sz="1000" i="1" dirty="0">
                <a:latin typeface="Lato"/>
                <a:ea typeface="Lato"/>
                <a:cs typeface="Lato"/>
                <a:sym typeface="Lato"/>
              </a:rPr>
              <a:t> “Recommend me some fashion items.”	</a:t>
            </a:r>
            <a:r>
              <a:rPr lang="en" sz="900" i="1" dirty="0">
                <a:solidFill>
                  <a:schemeClr val="accent4"/>
                </a:solidFill>
                <a:latin typeface="Lato"/>
                <a:ea typeface="Lato"/>
                <a:cs typeface="Lato"/>
                <a:sym typeface="Lato"/>
              </a:rPr>
              <a:t>✏️</a:t>
            </a:r>
            <a:r>
              <a:rPr lang="en" sz="1000" i="1" dirty="0">
                <a:latin typeface="Lato"/>
                <a:ea typeface="Lato"/>
                <a:cs typeface="Lato"/>
                <a:sym typeface="Lato"/>
              </a:rPr>
              <a:t> “Find me something stylish.”		</a:t>
            </a:r>
            <a:r>
              <a:rPr lang="en" sz="900" i="1" dirty="0">
                <a:solidFill>
                  <a:schemeClr val="accent4"/>
                </a:solidFill>
                <a:latin typeface="Lato"/>
                <a:ea typeface="Lato"/>
                <a:cs typeface="Lato"/>
                <a:sym typeface="Lato"/>
              </a:rPr>
              <a:t>✏️</a:t>
            </a:r>
            <a:r>
              <a:rPr lang="en" sz="1000" i="1" dirty="0">
                <a:latin typeface="Lato"/>
                <a:ea typeface="Lato"/>
                <a:cs typeface="Lato"/>
                <a:sym typeface="Lato"/>
              </a:rPr>
              <a:t> “Help me find an outfit.”</a:t>
            </a:r>
            <a:endParaRPr sz="900" i="1" dirty="0">
              <a:solidFill>
                <a:schemeClr val="accent4"/>
              </a:solidFill>
              <a:latin typeface="Lato"/>
              <a:ea typeface="Lato"/>
              <a:cs typeface="Lato"/>
              <a:sym typeface="Lato"/>
            </a:endParaRPr>
          </a:p>
        </p:txBody>
      </p:sp>
      <p:sp>
        <p:nvSpPr>
          <p:cNvPr id="734" name="Google Shape;734;p121"/>
          <p:cNvSpPr/>
          <p:nvPr/>
        </p:nvSpPr>
        <p:spPr>
          <a:xfrm>
            <a:off x="7250" y="7250"/>
            <a:ext cx="9136800" cy="485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735" name="Google Shape;735;p121"/>
          <p:cNvPicPr preferRelativeResize="0"/>
          <p:nvPr/>
        </p:nvPicPr>
        <p:blipFill>
          <a:blip r:embed="rId3">
            <a:alphaModFix/>
          </a:blip>
          <a:stretch>
            <a:fillRect/>
          </a:stretch>
        </p:blipFill>
        <p:spPr>
          <a:xfrm>
            <a:off x="8505050" y="-16450"/>
            <a:ext cx="534225" cy="532800"/>
          </a:xfrm>
          <a:prstGeom prst="rect">
            <a:avLst/>
          </a:prstGeom>
          <a:noFill/>
          <a:ln>
            <a:noFill/>
          </a:ln>
        </p:spPr>
      </p:pic>
      <p:pic>
        <p:nvPicPr>
          <p:cNvPr id="736" name="Google Shape;736;p121" descr="A picture containing text, person&#10;&#10;Description automatically generated"/>
          <p:cNvPicPr preferRelativeResize="0"/>
          <p:nvPr/>
        </p:nvPicPr>
        <p:blipFill rotWithShape="1">
          <a:blip r:embed="rId4">
            <a:alphaModFix amt="9000"/>
          </a:blip>
          <a:srcRect/>
          <a:stretch/>
        </p:blipFill>
        <p:spPr>
          <a:xfrm>
            <a:off x="3743550" y="-16450"/>
            <a:ext cx="5369151" cy="53691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0"/>
        <p:cNvGrpSpPr/>
        <p:nvPr/>
      </p:nvGrpSpPr>
      <p:grpSpPr>
        <a:xfrm>
          <a:off x="0" y="0"/>
          <a:ext cx="0" cy="0"/>
          <a:chOff x="0" y="0"/>
          <a:chExt cx="0" cy="0"/>
        </a:xfrm>
      </p:grpSpPr>
      <p:sp>
        <p:nvSpPr>
          <p:cNvPr id="741" name="Google Shape;741;p122"/>
          <p:cNvSpPr txBox="1"/>
          <p:nvPr/>
        </p:nvSpPr>
        <p:spPr>
          <a:xfrm>
            <a:off x="0" y="0"/>
            <a:ext cx="9144000" cy="5143500"/>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200">
              <a:solidFill>
                <a:schemeClr val="lt2"/>
              </a:solidFill>
              <a:latin typeface="Lato"/>
              <a:ea typeface="Lato"/>
              <a:cs typeface="Lato"/>
              <a:sym typeface="Lato"/>
            </a:endParaRPr>
          </a:p>
        </p:txBody>
      </p:sp>
      <p:sp>
        <p:nvSpPr>
          <p:cNvPr id="742" name="Google Shape;742;p122"/>
          <p:cNvSpPr/>
          <p:nvPr/>
        </p:nvSpPr>
        <p:spPr>
          <a:xfrm>
            <a:off x="4045350" y="4158300"/>
            <a:ext cx="4930800" cy="8817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43" name="Google Shape;743;p122"/>
          <p:cNvSpPr/>
          <p:nvPr/>
        </p:nvSpPr>
        <p:spPr>
          <a:xfrm>
            <a:off x="1140800" y="2299225"/>
            <a:ext cx="4636800" cy="8229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44" name="Google Shape;744;p122"/>
          <p:cNvSpPr/>
          <p:nvPr/>
        </p:nvSpPr>
        <p:spPr>
          <a:xfrm>
            <a:off x="3112527" y="81200"/>
            <a:ext cx="665400" cy="665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2"/>
                </a:solidFill>
                <a:latin typeface="Poppins SemiBold"/>
                <a:ea typeface="Poppins SemiBold"/>
                <a:cs typeface="Poppins SemiBold"/>
                <a:sym typeface="Poppins SemiBold"/>
              </a:rPr>
              <a:t>Log in</a:t>
            </a:r>
            <a:endParaRPr sz="800">
              <a:solidFill>
                <a:schemeClr val="dk2"/>
              </a:solidFill>
              <a:latin typeface="Poppins SemiBold"/>
              <a:ea typeface="Poppins SemiBold"/>
              <a:cs typeface="Poppins SemiBold"/>
              <a:sym typeface="Poppins SemiBold"/>
            </a:endParaRPr>
          </a:p>
        </p:txBody>
      </p:sp>
      <p:sp>
        <p:nvSpPr>
          <p:cNvPr id="745" name="Google Shape;745;p122"/>
          <p:cNvSpPr/>
          <p:nvPr/>
        </p:nvSpPr>
        <p:spPr>
          <a:xfrm>
            <a:off x="2802175" y="896398"/>
            <a:ext cx="1286100" cy="388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2"/>
                </a:solidFill>
                <a:latin typeface="Poppins SemiBold"/>
                <a:ea typeface="Poppins SemiBold"/>
                <a:cs typeface="Poppins SemiBold"/>
                <a:sym typeface="Poppins SemiBold"/>
              </a:rPr>
              <a:t>Item Recommendation</a:t>
            </a:r>
            <a:endParaRPr sz="800">
              <a:solidFill>
                <a:schemeClr val="dk2"/>
              </a:solidFill>
              <a:latin typeface="Poppins SemiBold"/>
              <a:ea typeface="Poppins SemiBold"/>
              <a:cs typeface="Poppins SemiBold"/>
              <a:sym typeface="Poppins SemiBold"/>
            </a:endParaRPr>
          </a:p>
        </p:txBody>
      </p:sp>
      <p:sp>
        <p:nvSpPr>
          <p:cNvPr id="746" name="Google Shape;746;p122"/>
          <p:cNvSpPr/>
          <p:nvPr/>
        </p:nvSpPr>
        <p:spPr>
          <a:xfrm>
            <a:off x="1140863" y="1574123"/>
            <a:ext cx="1045200" cy="485400"/>
          </a:xfrm>
          <a:prstGeom prst="rect">
            <a:avLst/>
          </a:prstGeom>
          <a:solidFill>
            <a:srgbClr val="BAF7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2"/>
                </a:solidFill>
                <a:latin typeface="Poppins SemiBold"/>
                <a:ea typeface="Poppins SemiBold"/>
                <a:cs typeface="Poppins SemiBold"/>
                <a:sym typeface="Poppins SemiBold"/>
              </a:rPr>
              <a:t>Items owned</a:t>
            </a:r>
            <a:endParaRPr sz="800">
              <a:solidFill>
                <a:schemeClr val="dk2"/>
              </a:solidFill>
              <a:latin typeface="Poppins SemiBold"/>
              <a:ea typeface="Poppins SemiBold"/>
              <a:cs typeface="Poppins SemiBold"/>
              <a:sym typeface="Poppins SemiBold"/>
            </a:endParaRPr>
          </a:p>
        </p:txBody>
      </p:sp>
      <p:sp>
        <p:nvSpPr>
          <p:cNvPr id="747" name="Google Shape;747;p122"/>
          <p:cNvSpPr/>
          <p:nvPr/>
        </p:nvSpPr>
        <p:spPr>
          <a:xfrm>
            <a:off x="2338038" y="1574123"/>
            <a:ext cx="1045200" cy="485400"/>
          </a:xfrm>
          <a:prstGeom prst="rect">
            <a:avLst/>
          </a:prstGeom>
          <a:solidFill>
            <a:srgbClr val="BAF7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2"/>
                </a:solidFill>
                <a:latin typeface="Poppins SemiBold"/>
                <a:ea typeface="Poppins SemiBold"/>
                <a:cs typeface="Poppins SemiBold"/>
                <a:sym typeface="Poppins SemiBold"/>
              </a:rPr>
              <a:t>In game event</a:t>
            </a:r>
            <a:endParaRPr sz="800">
              <a:solidFill>
                <a:schemeClr val="dk2"/>
              </a:solidFill>
              <a:latin typeface="Poppins SemiBold"/>
              <a:ea typeface="Poppins SemiBold"/>
              <a:cs typeface="Poppins SemiBold"/>
              <a:sym typeface="Poppins SemiBold"/>
            </a:endParaRPr>
          </a:p>
        </p:txBody>
      </p:sp>
      <p:sp>
        <p:nvSpPr>
          <p:cNvPr id="748" name="Google Shape;748;p122"/>
          <p:cNvSpPr/>
          <p:nvPr/>
        </p:nvSpPr>
        <p:spPr>
          <a:xfrm>
            <a:off x="3535213" y="1574123"/>
            <a:ext cx="1045200" cy="485400"/>
          </a:xfrm>
          <a:prstGeom prst="rect">
            <a:avLst/>
          </a:prstGeom>
          <a:solidFill>
            <a:srgbClr val="BAF7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2"/>
                </a:solidFill>
                <a:latin typeface="Poppins SemiBold"/>
                <a:ea typeface="Poppins SemiBold"/>
                <a:cs typeface="Poppins SemiBold"/>
                <a:sym typeface="Poppins SemiBold"/>
              </a:rPr>
              <a:t>Real world trend</a:t>
            </a:r>
            <a:endParaRPr sz="800">
              <a:solidFill>
                <a:schemeClr val="dk2"/>
              </a:solidFill>
              <a:latin typeface="Poppins SemiBold"/>
              <a:ea typeface="Poppins SemiBold"/>
              <a:cs typeface="Poppins SemiBold"/>
              <a:sym typeface="Poppins SemiBold"/>
            </a:endParaRPr>
          </a:p>
        </p:txBody>
      </p:sp>
      <p:sp>
        <p:nvSpPr>
          <p:cNvPr id="749" name="Google Shape;749;p122"/>
          <p:cNvSpPr/>
          <p:nvPr/>
        </p:nvSpPr>
        <p:spPr>
          <a:xfrm>
            <a:off x="4732388" y="1574123"/>
            <a:ext cx="1045200" cy="485400"/>
          </a:xfrm>
          <a:prstGeom prst="rect">
            <a:avLst/>
          </a:prstGeom>
          <a:solidFill>
            <a:srgbClr val="BAF7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2"/>
                </a:solidFill>
                <a:latin typeface="Poppins SemiBold"/>
                <a:ea typeface="Poppins SemiBold"/>
                <a:cs typeface="Poppins SemiBold"/>
                <a:sym typeface="Poppins SemiBold"/>
              </a:rPr>
              <a:t>Currency balance</a:t>
            </a:r>
            <a:endParaRPr sz="800">
              <a:solidFill>
                <a:schemeClr val="dk2"/>
              </a:solidFill>
              <a:latin typeface="Poppins SemiBold"/>
              <a:ea typeface="Poppins SemiBold"/>
              <a:cs typeface="Poppins SemiBold"/>
              <a:sym typeface="Poppins SemiBold"/>
            </a:endParaRPr>
          </a:p>
        </p:txBody>
      </p:sp>
      <p:sp>
        <p:nvSpPr>
          <p:cNvPr id="750" name="Google Shape;750;p122"/>
          <p:cNvSpPr/>
          <p:nvPr/>
        </p:nvSpPr>
        <p:spPr>
          <a:xfrm>
            <a:off x="1153025" y="2328375"/>
            <a:ext cx="1045200" cy="739500"/>
          </a:xfrm>
          <a:prstGeom prst="diamond">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chemeClr val="dk2"/>
                </a:solidFill>
                <a:latin typeface="Poppins SemiBold"/>
                <a:ea typeface="Poppins SemiBold"/>
                <a:cs typeface="Poppins SemiBold"/>
                <a:sym typeface="Poppins SemiBold"/>
              </a:rPr>
              <a:t>User items + Items DB</a:t>
            </a:r>
            <a:endParaRPr sz="600">
              <a:solidFill>
                <a:schemeClr val="dk2"/>
              </a:solidFill>
              <a:latin typeface="Poppins SemiBold"/>
              <a:ea typeface="Poppins SemiBold"/>
              <a:cs typeface="Poppins SemiBold"/>
              <a:sym typeface="Poppins SemiBold"/>
            </a:endParaRPr>
          </a:p>
        </p:txBody>
      </p:sp>
      <p:sp>
        <p:nvSpPr>
          <p:cNvPr id="751" name="Google Shape;751;p122"/>
          <p:cNvSpPr/>
          <p:nvPr/>
        </p:nvSpPr>
        <p:spPr>
          <a:xfrm>
            <a:off x="2384137" y="2328525"/>
            <a:ext cx="958800" cy="739200"/>
          </a:xfrm>
          <a:prstGeom prst="diamond">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chemeClr val="dk2"/>
                </a:solidFill>
                <a:latin typeface="Poppins SemiBold"/>
                <a:ea typeface="Poppins SemiBold"/>
                <a:cs typeface="Poppins SemiBold"/>
                <a:sym typeface="Poppins SemiBold"/>
              </a:rPr>
              <a:t>Events Themes + Items DB</a:t>
            </a:r>
            <a:endParaRPr sz="600">
              <a:solidFill>
                <a:schemeClr val="dk2"/>
              </a:solidFill>
              <a:latin typeface="Poppins SemiBold"/>
              <a:ea typeface="Poppins SemiBold"/>
              <a:cs typeface="Poppins SemiBold"/>
              <a:sym typeface="Poppins SemiBold"/>
            </a:endParaRPr>
          </a:p>
        </p:txBody>
      </p:sp>
      <p:sp>
        <p:nvSpPr>
          <p:cNvPr id="752" name="Google Shape;752;p122"/>
          <p:cNvSpPr/>
          <p:nvPr/>
        </p:nvSpPr>
        <p:spPr>
          <a:xfrm>
            <a:off x="3581312" y="2328525"/>
            <a:ext cx="958800" cy="739200"/>
          </a:xfrm>
          <a:prstGeom prst="diamond">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chemeClr val="dk2"/>
                </a:solidFill>
                <a:latin typeface="Poppins SemiBold"/>
                <a:ea typeface="Poppins SemiBold"/>
                <a:cs typeface="Poppins SemiBold"/>
                <a:sym typeface="Poppins SemiBold"/>
              </a:rPr>
              <a:t>Items DB</a:t>
            </a:r>
            <a:endParaRPr sz="600">
              <a:solidFill>
                <a:schemeClr val="dk2"/>
              </a:solidFill>
              <a:latin typeface="Poppins SemiBold"/>
              <a:ea typeface="Poppins SemiBold"/>
              <a:cs typeface="Poppins SemiBold"/>
              <a:sym typeface="Poppins SemiBold"/>
            </a:endParaRPr>
          </a:p>
        </p:txBody>
      </p:sp>
      <p:sp>
        <p:nvSpPr>
          <p:cNvPr id="753" name="Google Shape;753;p122"/>
          <p:cNvSpPr/>
          <p:nvPr/>
        </p:nvSpPr>
        <p:spPr>
          <a:xfrm>
            <a:off x="4708056" y="2328525"/>
            <a:ext cx="1029300" cy="793500"/>
          </a:xfrm>
          <a:prstGeom prst="diamond">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chemeClr val="dk2"/>
                </a:solidFill>
                <a:latin typeface="Poppins SemiBold"/>
                <a:ea typeface="Poppins SemiBold"/>
                <a:cs typeface="Poppins SemiBold"/>
                <a:sym typeface="Poppins SemiBold"/>
              </a:rPr>
              <a:t>Items DB + Users Balance</a:t>
            </a:r>
            <a:endParaRPr sz="600">
              <a:solidFill>
                <a:schemeClr val="dk2"/>
              </a:solidFill>
              <a:latin typeface="Poppins SemiBold"/>
              <a:ea typeface="Poppins SemiBold"/>
              <a:cs typeface="Poppins SemiBold"/>
              <a:sym typeface="Poppins SemiBold"/>
            </a:endParaRPr>
          </a:p>
        </p:txBody>
      </p:sp>
      <p:sp>
        <p:nvSpPr>
          <p:cNvPr id="754" name="Google Shape;754;p122"/>
          <p:cNvSpPr/>
          <p:nvPr/>
        </p:nvSpPr>
        <p:spPr>
          <a:xfrm>
            <a:off x="2663125" y="3530738"/>
            <a:ext cx="1564200" cy="505800"/>
          </a:xfrm>
          <a:prstGeom prst="parallelogram">
            <a:avLst>
              <a:gd name="adj" fmla="val 25000"/>
            </a:avLst>
          </a:prstGeom>
          <a:solidFill>
            <a:srgbClr val="C4C4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2"/>
                </a:solidFill>
                <a:latin typeface="Poppins SemiBold"/>
                <a:ea typeface="Poppins SemiBold"/>
                <a:cs typeface="Poppins SemiBold"/>
                <a:sym typeface="Poppins SemiBold"/>
              </a:rPr>
              <a:t>Store Display / Item names / Image</a:t>
            </a:r>
            <a:endParaRPr sz="800">
              <a:solidFill>
                <a:schemeClr val="dk2"/>
              </a:solidFill>
              <a:latin typeface="Poppins SemiBold"/>
              <a:ea typeface="Poppins SemiBold"/>
              <a:cs typeface="Poppins SemiBold"/>
              <a:sym typeface="Poppins SemiBold"/>
            </a:endParaRPr>
          </a:p>
        </p:txBody>
      </p:sp>
      <p:sp>
        <p:nvSpPr>
          <p:cNvPr id="755" name="Google Shape;755;p122"/>
          <p:cNvSpPr/>
          <p:nvPr/>
        </p:nvSpPr>
        <p:spPr>
          <a:xfrm>
            <a:off x="206000" y="2478675"/>
            <a:ext cx="841500" cy="438900"/>
          </a:xfrm>
          <a:prstGeom prst="chevron">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b="1">
                <a:latin typeface="Lato"/>
                <a:ea typeface="Lato"/>
                <a:cs typeface="Lato"/>
                <a:sym typeface="Lato"/>
              </a:rPr>
              <a:t>RAG</a:t>
            </a:r>
            <a:endParaRPr sz="700" b="1">
              <a:latin typeface="Lato"/>
              <a:ea typeface="Lato"/>
              <a:cs typeface="Lato"/>
              <a:sym typeface="Lato"/>
            </a:endParaRPr>
          </a:p>
        </p:txBody>
      </p:sp>
      <p:sp>
        <p:nvSpPr>
          <p:cNvPr id="756" name="Google Shape;756;p122"/>
          <p:cNvSpPr/>
          <p:nvPr/>
        </p:nvSpPr>
        <p:spPr>
          <a:xfrm>
            <a:off x="905775" y="3411573"/>
            <a:ext cx="1045200" cy="485400"/>
          </a:xfrm>
          <a:prstGeom prst="rect">
            <a:avLst/>
          </a:prstGeom>
          <a:solidFill>
            <a:srgbClr val="BAF7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2"/>
                </a:solidFill>
                <a:latin typeface="Poppins SemiBold"/>
                <a:ea typeface="Poppins SemiBold"/>
                <a:cs typeface="Poppins SemiBold"/>
                <a:sym typeface="Poppins SemiBold"/>
              </a:rPr>
              <a:t>Image generation required? (Y/N)</a:t>
            </a:r>
            <a:endParaRPr sz="800">
              <a:solidFill>
                <a:schemeClr val="dk2"/>
              </a:solidFill>
              <a:latin typeface="Poppins SemiBold"/>
              <a:ea typeface="Poppins SemiBold"/>
              <a:cs typeface="Poppins SemiBold"/>
              <a:sym typeface="Poppins SemiBold"/>
            </a:endParaRPr>
          </a:p>
        </p:txBody>
      </p:sp>
      <p:sp>
        <p:nvSpPr>
          <p:cNvPr id="757" name="Google Shape;757;p122"/>
          <p:cNvSpPr/>
          <p:nvPr/>
        </p:nvSpPr>
        <p:spPr>
          <a:xfrm>
            <a:off x="4149800" y="4287600"/>
            <a:ext cx="1045200" cy="5808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2"/>
                </a:solidFill>
                <a:latin typeface="Poppins SemiBold"/>
                <a:ea typeface="Poppins SemiBold"/>
                <a:cs typeface="Poppins SemiBold"/>
                <a:sym typeface="Poppins SemiBold"/>
              </a:rPr>
              <a:t>DB connection fail</a:t>
            </a:r>
            <a:endParaRPr sz="800">
              <a:solidFill>
                <a:schemeClr val="dk2"/>
              </a:solidFill>
              <a:latin typeface="Poppins SemiBold"/>
              <a:ea typeface="Poppins SemiBold"/>
              <a:cs typeface="Poppins SemiBold"/>
              <a:sym typeface="Poppins SemiBold"/>
            </a:endParaRPr>
          </a:p>
        </p:txBody>
      </p:sp>
      <p:sp>
        <p:nvSpPr>
          <p:cNvPr id="758" name="Google Shape;758;p122"/>
          <p:cNvSpPr/>
          <p:nvPr/>
        </p:nvSpPr>
        <p:spPr>
          <a:xfrm>
            <a:off x="5393100" y="4246450"/>
            <a:ext cx="1045200" cy="6219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800">
                <a:solidFill>
                  <a:schemeClr val="dk2"/>
                </a:solidFill>
                <a:latin typeface="Poppins SemiBold"/>
                <a:ea typeface="Poppins SemiBold"/>
                <a:cs typeface="Poppins SemiBold"/>
                <a:sym typeface="Poppins SemiBold"/>
              </a:rPr>
              <a:t>VIP only Event</a:t>
            </a:r>
            <a:endParaRPr sz="800">
              <a:solidFill>
                <a:schemeClr val="dk2"/>
              </a:solidFill>
              <a:latin typeface="Poppins SemiBold"/>
              <a:ea typeface="Poppins SemiBold"/>
              <a:cs typeface="Poppins SemiBold"/>
              <a:sym typeface="Poppins SemiBold"/>
            </a:endParaRPr>
          </a:p>
        </p:txBody>
      </p:sp>
      <p:sp>
        <p:nvSpPr>
          <p:cNvPr id="759" name="Google Shape;759;p122"/>
          <p:cNvSpPr/>
          <p:nvPr/>
        </p:nvSpPr>
        <p:spPr>
          <a:xfrm>
            <a:off x="6636400" y="4246300"/>
            <a:ext cx="1045200" cy="6219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800">
                <a:solidFill>
                  <a:schemeClr val="dk2"/>
                </a:solidFill>
                <a:latin typeface="Poppins SemiBold"/>
                <a:ea typeface="Poppins SemiBold"/>
                <a:cs typeface="Poppins SemiBold"/>
                <a:sym typeface="Poppins SemiBold"/>
              </a:rPr>
              <a:t>Very Recent / New Trend</a:t>
            </a:r>
            <a:endParaRPr sz="800">
              <a:solidFill>
                <a:schemeClr val="dk2"/>
              </a:solidFill>
              <a:latin typeface="Poppins SemiBold"/>
              <a:ea typeface="Poppins SemiBold"/>
              <a:cs typeface="Poppins SemiBold"/>
              <a:sym typeface="Poppins SemiBold"/>
            </a:endParaRPr>
          </a:p>
        </p:txBody>
      </p:sp>
      <p:sp>
        <p:nvSpPr>
          <p:cNvPr id="760" name="Google Shape;760;p122"/>
          <p:cNvSpPr/>
          <p:nvPr/>
        </p:nvSpPr>
        <p:spPr>
          <a:xfrm>
            <a:off x="7787450" y="4233650"/>
            <a:ext cx="1045200" cy="635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800">
                <a:solidFill>
                  <a:schemeClr val="dk2"/>
                </a:solidFill>
                <a:latin typeface="Poppins SemiBold"/>
                <a:ea typeface="Poppins SemiBold"/>
                <a:cs typeface="Poppins SemiBold"/>
                <a:sym typeface="Poppins SemiBold"/>
              </a:rPr>
              <a:t>Currency Balance Negative</a:t>
            </a:r>
            <a:endParaRPr sz="800">
              <a:solidFill>
                <a:schemeClr val="dk2"/>
              </a:solidFill>
              <a:latin typeface="Poppins SemiBold"/>
              <a:ea typeface="Poppins SemiBold"/>
              <a:cs typeface="Poppins SemiBold"/>
              <a:sym typeface="Poppins SemiBold"/>
            </a:endParaRPr>
          </a:p>
        </p:txBody>
      </p:sp>
      <p:cxnSp>
        <p:nvCxnSpPr>
          <p:cNvPr id="761" name="Google Shape;761;p122"/>
          <p:cNvCxnSpPr>
            <a:stCxn id="744" idx="4"/>
            <a:endCxn id="745" idx="0"/>
          </p:cNvCxnSpPr>
          <p:nvPr/>
        </p:nvCxnSpPr>
        <p:spPr>
          <a:xfrm>
            <a:off x="3445227" y="746600"/>
            <a:ext cx="0" cy="149700"/>
          </a:xfrm>
          <a:prstGeom prst="straightConnector1">
            <a:avLst/>
          </a:prstGeom>
          <a:noFill/>
          <a:ln w="9525" cap="flat" cmpd="sng">
            <a:solidFill>
              <a:schemeClr val="dk2"/>
            </a:solidFill>
            <a:prstDash val="solid"/>
            <a:round/>
            <a:headEnd type="none" w="med" len="med"/>
            <a:tailEnd type="triangle" w="med" len="med"/>
          </a:ln>
        </p:spPr>
      </p:cxnSp>
      <p:cxnSp>
        <p:nvCxnSpPr>
          <p:cNvPr id="762" name="Google Shape;762;p122"/>
          <p:cNvCxnSpPr>
            <a:stCxn id="745" idx="1"/>
            <a:endCxn id="746" idx="0"/>
          </p:cNvCxnSpPr>
          <p:nvPr/>
        </p:nvCxnSpPr>
        <p:spPr>
          <a:xfrm flipH="1">
            <a:off x="1663375" y="1090648"/>
            <a:ext cx="1138800" cy="483600"/>
          </a:xfrm>
          <a:prstGeom prst="straightConnector1">
            <a:avLst/>
          </a:prstGeom>
          <a:noFill/>
          <a:ln w="9525" cap="flat" cmpd="sng">
            <a:solidFill>
              <a:schemeClr val="dk2"/>
            </a:solidFill>
            <a:prstDash val="solid"/>
            <a:round/>
            <a:headEnd type="none" w="med" len="med"/>
            <a:tailEnd type="triangle" w="med" len="med"/>
          </a:ln>
        </p:spPr>
      </p:cxnSp>
      <p:cxnSp>
        <p:nvCxnSpPr>
          <p:cNvPr id="763" name="Google Shape;763;p122"/>
          <p:cNvCxnSpPr>
            <a:stCxn id="745" idx="2"/>
            <a:endCxn id="747" idx="0"/>
          </p:cNvCxnSpPr>
          <p:nvPr/>
        </p:nvCxnSpPr>
        <p:spPr>
          <a:xfrm flipH="1">
            <a:off x="2860525" y="1284898"/>
            <a:ext cx="584700" cy="289200"/>
          </a:xfrm>
          <a:prstGeom prst="straightConnector1">
            <a:avLst/>
          </a:prstGeom>
          <a:noFill/>
          <a:ln w="9525" cap="flat" cmpd="sng">
            <a:solidFill>
              <a:schemeClr val="dk2"/>
            </a:solidFill>
            <a:prstDash val="solid"/>
            <a:round/>
            <a:headEnd type="none" w="med" len="med"/>
            <a:tailEnd type="triangle" w="med" len="med"/>
          </a:ln>
        </p:spPr>
      </p:cxnSp>
      <p:cxnSp>
        <p:nvCxnSpPr>
          <p:cNvPr id="764" name="Google Shape;764;p122"/>
          <p:cNvCxnSpPr>
            <a:stCxn id="745" idx="2"/>
            <a:endCxn id="748" idx="0"/>
          </p:cNvCxnSpPr>
          <p:nvPr/>
        </p:nvCxnSpPr>
        <p:spPr>
          <a:xfrm>
            <a:off x="3445225" y="1284898"/>
            <a:ext cx="612600" cy="289200"/>
          </a:xfrm>
          <a:prstGeom prst="straightConnector1">
            <a:avLst/>
          </a:prstGeom>
          <a:noFill/>
          <a:ln w="9525" cap="flat" cmpd="sng">
            <a:solidFill>
              <a:schemeClr val="dk2"/>
            </a:solidFill>
            <a:prstDash val="solid"/>
            <a:round/>
            <a:headEnd type="none" w="med" len="med"/>
            <a:tailEnd type="triangle" w="med" len="med"/>
          </a:ln>
        </p:spPr>
      </p:cxnSp>
      <p:cxnSp>
        <p:nvCxnSpPr>
          <p:cNvPr id="765" name="Google Shape;765;p122"/>
          <p:cNvCxnSpPr>
            <a:stCxn id="745" idx="3"/>
            <a:endCxn id="749" idx="0"/>
          </p:cNvCxnSpPr>
          <p:nvPr/>
        </p:nvCxnSpPr>
        <p:spPr>
          <a:xfrm>
            <a:off x="4088275" y="1090648"/>
            <a:ext cx="1166700" cy="483600"/>
          </a:xfrm>
          <a:prstGeom prst="straightConnector1">
            <a:avLst/>
          </a:prstGeom>
          <a:noFill/>
          <a:ln w="9525" cap="flat" cmpd="sng">
            <a:solidFill>
              <a:schemeClr val="dk2"/>
            </a:solidFill>
            <a:prstDash val="solid"/>
            <a:round/>
            <a:headEnd type="none" w="med" len="med"/>
            <a:tailEnd type="triangle" w="med" len="med"/>
          </a:ln>
        </p:spPr>
      </p:cxnSp>
      <p:cxnSp>
        <p:nvCxnSpPr>
          <p:cNvPr id="766" name="Google Shape;766;p122"/>
          <p:cNvCxnSpPr>
            <a:stCxn id="746" idx="2"/>
            <a:endCxn id="750" idx="0"/>
          </p:cNvCxnSpPr>
          <p:nvPr/>
        </p:nvCxnSpPr>
        <p:spPr>
          <a:xfrm>
            <a:off x="1663463" y="2059523"/>
            <a:ext cx="12300" cy="268800"/>
          </a:xfrm>
          <a:prstGeom prst="straightConnector1">
            <a:avLst/>
          </a:prstGeom>
          <a:noFill/>
          <a:ln w="9525" cap="flat" cmpd="sng">
            <a:solidFill>
              <a:schemeClr val="dk2"/>
            </a:solidFill>
            <a:prstDash val="solid"/>
            <a:round/>
            <a:headEnd type="none" w="med" len="med"/>
            <a:tailEnd type="triangle" w="med" len="med"/>
          </a:ln>
        </p:spPr>
      </p:cxnSp>
      <p:cxnSp>
        <p:nvCxnSpPr>
          <p:cNvPr id="767" name="Google Shape;767;p122"/>
          <p:cNvCxnSpPr>
            <a:stCxn id="747" idx="2"/>
            <a:endCxn id="751" idx="0"/>
          </p:cNvCxnSpPr>
          <p:nvPr/>
        </p:nvCxnSpPr>
        <p:spPr>
          <a:xfrm>
            <a:off x="2860638" y="2059523"/>
            <a:ext cx="3000" cy="269100"/>
          </a:xfrm>
          <a:prstGeom prst="straightConnector1">
            <a:avLst/>
          </a:prstGeom>
          <a:noFill/>
          <a:ln w="9525" cap="flat" cmpd="sng">
            <a:solidFill>
              <a:schemeClr val="dk2"/>
            </a:solidFill>
            <a:prstDash val="solid"/>
            <a:round/>
            <a:headEnd type="none" w="med" len="med"/>
            <a:tailEnd type="triangle" w="med" len="med"/>
          </a:ln>
        </p:spPr>
      </p:cxnSp>
      <p:cxnSp>
        <p:nvCxnSpPr>
          <p:cNvPr id="768" name="Google Shape;768;p122"/>
          <p:cNvCxnSpPr>
            <a:stCxn id="748" idx="2"/>
            <a:endCxn id="752" idx="0"/>
          </p:cNvCxnSpPr>
          <p:nvPr/>
        </p:nvCxnSpPr>
        <p:spPr>
          <a:xfrm>
            <a:off x="4057813" y="2059523"/>
            <a:ext cx="3000" cy="269100"/>
          </a:xfrm>
          <a:prstGeom prst="straightConnector1">
            <a:avLst/>
          </a:prstGeom>
          <a:noFill/>
          <a:ln w="9525" cap="flat" cmpd="sng">
            <a:solidFill>
              <a:schemeClr val="dk2"/>
            </a:solidFill>
            <a:prstDash val="solid"/>
            <a:round/>
            <a:headEnd type="none" w="med" len="med"/>
            <a:tailEnd type="triangle" w="med" len="med"/>
          </a:ln>
        </p:spPr>
      </p:cxnSp>
      <p:cxnSp>
        <p:nvCxnSpPr>
          <p:cNvPr id="769" name="Google Shape;769;p122"/>
          <p:cNvCxnSpPr>
            <a:stCxn id="749" idx="2"/>
            <a:endCxn id="753" idx="0"/>
          </p:cNvCxnSpPr>
          <p:nvPr/>
        </p:nvCxnSpPr>
        <p:spPr>
          <a:xfrm flipH="1">
            <a:off x="5222588" y="2059523"/>
            <a:ext cx="32400" cy="269100"/>
          </a:xfrm>
          <a:prstGeom prst="straightConnector1">
            <a:avLst/>
          </a:prstGeom>
          <a:noFill/>
          <a:ln w="9525" cap="flat" cmpd="sng">
            <a:solidFill>
              <a:schemeClr val="dk2"/>
            </a:solidFill>
            <a:prstDash val="solid"/>
            <a:round/>
            <a:headEnd type="none" w="med" len="med"/>
            <a:tailEnd type="triangle" w="med" len="med"/>
          </a:ln>
        </p:spPr>
      </p:cxnSp>
      <p:sp>
        <p:nvSpPr>
          <p:cNvPr id="770" name="Google Shape;770;p122"/>
          <p:cNvSpPr/>
          <p:nvPr/>
        </p:nvSpPr>
        <p:spPr>
          <a:xfrm>
            <a:off x="5071800" y="3411735"/>
            <a:ext cx="1045200" cy="485400"/>
          </a:xfrm>
          <a:prstGeom prst="rect">
            <a:avLst/>
          </a:prstGeom>
          <a:solidFill>
            <a:srgbClr val="BAF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chemeClr val="dk2"/>
                </a:solidFill>
                <a:latin typeface="Poppins SemiBold"/>
                <a:ea typeface="Poppins SemiBold"/>
                <a:cs typeface="Poppins SemiBold"/>
                <a:sym typeface="Poppins SemiBold"/>
              </a:rPr>
              <a:t>View items in the Shop? </a:t>
            </a:r>
            <a:r>
              <a:rPr lang="en" sz="700">
                <a:solidFill>
                  <a:schemeClr val="dk2"/>
                </a:solidFill>
                <a:latin typeface="Poppins SemiBold"/>
                <a:ea typeface="Poppins SemiBold"/>
                <a:cs typeface="Poppins SemiBold"/>
                <a:sym typeface="Poppins SemiBold"/>
              </a:rPr>
              <a:t>(Y/N)</a:t>
            </a:r>
            <a:endParaRPr sz="800">
              <a:solidFill>
                <a:schemeClr val="dk2"/>
              </a:solidFill>
              <a:latin typeface="Poppins SemiBold"/>
              <a:ea typeface="Poppins SemiBold"/>
              <a:cs typeface="Poppins SemiBold"/>
              <a:sym typeface="Poppins SemiBold"/>
            </a:endParaRPr>
          </a:p>
        </p:txBody>
      </p:sp>
      <p:cxnSp>
        <p:nvCxnSpPr>
          <p:cNvPr id="771" name="Google Shape;771;p122"/>
          <p:cNvCxnSpPr>
            <a:stCxn id="743" idx="2"/>
            <a:endCxn id="756" idx="0"/>
          </p:cNvCxnSpPr>
          <p:nvPr/>
        </p:nvCxnSpPr>
        <p:spPr>
          <a:xfrm rot="5400000">
            <a:off x="2299100" y="2251525"/>
            <a:ext cx="289500" cy="2030700"/>
          </a:xfrm>
          <a:prstGeom prst="bentConnector3">
            <a:avLst>
              <a:gd name="adj1" fmla="val 49991"/>
            </a:avLst>
          </a:prstGeom>
          <a:noFill/>
          <a:ln w="9525" cap="flat" cmpd="sng">
            <a:solidFill>
              <a:schemeClr val="dk2"/>
            </a:solidFill>
            <a:prstDash val="solid"/>
            <a:round/>
            <a:headEnd type="none" w="med" len="med"/>
            <a:tailEnd type="none" w="med" len="med"/>
          </a:ln>
        </p:spPr>
      </p:cxnSp>
      <p:cxnSp>
        <p:nvCxnSpPr>
          <p:cNvPr id="772" name="Google Shape;772;p122"/>
          <p:cNvCxnSpPr>
            <a:stCxn id="743" idx="2"/>
            <a:endCxn id="770" idx="0"/>
          </p:cNvCxnSpPr>
          <p:nvPr/>
        </p:nvCxnSpPr>
        <p:spPr>
          <a:xfrm rot="-5400000" flipH="1">
            <a:off x="4382000" y="2199325"/>
            <a:ext cx="289500" cy="2135100"/>
          </a:xfrm>
          <a:prstGeom prst="bentConnector3">
            <a:avLst>
              <a:gd name="adj1" fmla="val 50019"/>
            </a:avLst>
          </a:prstGeom>
          <a:noFill/>
          <a:ln w="9525" cap="flat" cmpd="sng">
            <a:solidFill>
              <a:schemeClr val="dk2"/>
            </a:solidFill>
            <a:prstDash val="solid"/>
            <a:round/>
            <a:headEnd type="none" w="med" len="med"/>
            <a:tailEnd type="none" w="med" len="med"/>
          </a:ln>
        </p:spPr>
      </p:cxnSp>
      <p:cxnSp>
        <p:nvCxnSpPr>
          <p:cNvPr id="773" name="Google Shape;773;p122"/>
          <p:cNvCxnSpPr>
            <a:stCxn id="756" idx="3"/>
            <a:endCxn id="754" idx="5"/>
          </p:cNvCxnSpPr>
          <p:nvPr/>
        </p:nvCxnSpPr>
        <p:spPr>
          <a:xfrm>
            <a:off x="1950975" y="3654273"/>
            <a:ext cx="775500" cy="129300"/>
          </a:xfrm>
          <a:prstGeom prst="straightConnector1">
            <a:avLst/>
          </a:prstGeom>
          <a:noFill/>
          <a:ln w="9525" cap="flat" cmpd="sng">
            <a:solidFill>
              <a:schemeClr val="dk2"/>
            </a:solidFill>
            <a:prstDash val="solid"/>
            <a:round/>
            <a:headEnd type="none" w="med" len="med"/>
            <a:tailEnd type="triangle" w="med" len="med"/>
          </a:ln>
        </p:spPr>
      </p:cxnSp>
      <p:cxnSp>
        <p:nvCxnSpPr>
          <p:cNvPr id="774" name="Google Shape;774;p122"/>
          <p:cNvCxnSpPr>
            <a:stCxn id="770" idx="1"/>
            <a:endCxn id="754" idx="2"/>
          </p:cNvCxnSpPr>
          <p:nvPr/>
        </p:nvCxnSpPr>
        <p:spPr>
          <a:xfrm flipH="1">
            <a:off x="4164000" y="3654435"/>
            <a:ext cx="907800" cy="129300"/>
          </a:xfrm>
          <a:prstGeom prst="straightConnector1">
            <a:avLst/>
          </a:prstGeom>
          <a:noFill/>
          <a:ln w="9525" cap="flat" cmpd="sng">
            <a:solidFill>
              <a:schemeClr val="dk2"/>
            </a:solidFill>
            <a:prstDash val="solid"/>
            <a:round/>
            <a:headEnd type="none" w="med" len="med"/>
            <a:tailEnd type="triangle" w="med" len="med"/>
          </a:ln>
        </p:spPr>
      </p:cxnSp>
      <p:sp>
        <p:nvSpPr>
          <p:cNvPr id="775" name="Google Shape;775;p122"/>
          <p:cNvSpPr/>
          <p:nvPr/>
        </p:nvSpPr>
        <p:spPr>
          <a:xfrm>
            <a:off x="3036325" y="4337950"/>
            <a:ext cx="841500" cy="438900"/>
          </a:xfrm>
          <a:prstGeom prst="chevron">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b="1">
                <a:latin typeface="Lato"/>
                <a:ea typeface="Lato"/>
                <a:cs typeface="Lato"/>
                <a:sym typeface="Lato"/>
              </a:rPr>
              <a:t>Fail</a:t>
            </a:r>
            <a:endParaRPr sz="700" b="1">
              <a:latin typeface="Lato"/>
              <a:ea typeface="Lato"/>
              <a:cs typeface="Lato"/>
              <a:sym typeface="Lato"/>
            </a:endParaRPr>
          </a:p>
        </p:txBody>
      </p:sp>
      <p:sp>
        <p:nvSpPr>
          <p:cNvPr id="776" name="Google Shape;776;p122"/>
          <p:cNvSpPr/>
          <p:nvPr/>
        </p:nvSpPr>
        <p:spPr>
          <a:xfrm>
            <a:off x="6523075" y="1577375"/>
            <a:ext cx="1045200" cy="5808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700">
                <a:solidFill>
                  <a:schemeClr val="dk2"/>
                </a:solidFill>
                <a:latin typeface="Poppins SemiBold"/>
                <a:ea typeface="Poppins SemiBold"/>
                <a:cs typeface="Poppins SemiBold"/>
                <a:sym typeface="Poppins SemiBold"/>
              </a:rPr>
              <a:t>I am currently unable to see your wardrobe, please try again</a:t>
            </a:r>
            <a:endParaRPr sz="700">
              <a:solidFill>
                <a:schemeClr val="dk2"/>
              </a:solidFill>
              <a:latin typeface="Poppins SemiBold"/>
              <a:ea typeface="Poppins SemiBold"/>
              <a:cs typeface="Poppins SemiBold"/>
              <a:sym typeface="Poppins SemiBold"/>
            </a:endParaRPr>
          </a:p>
        </p:txBody>
      </p:sp>
      <p:sp>
        <p:nvSpPr>
          <p:cNvPr id="777" name="Google Shape;777;p122"/>
          <p:cNvSpPr/>
          <p:nvPr/>
        </p:nvSpPr>
        <p:spPr>
          <a:xfrm>
            <a:off x="7723875" y="1577375"/>
            <a:ext cx="1045200" cy="5808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700">
                <a:solidFill>
                  <a:schemeClr val="dk2"/>
                </a:solidFill>
                <a:latin typeface="Poppins SemiBold"/>
                <a:ea typeface="Poppins SemiBold"/>
                <a:cs typeface="Poppins SemiBold"/>
                <a:sym typeface="Poppins SemiBold"/>
              </a:rPr>
              <a:t>It seems i am not familiar with that trend, can you tell me more?</a:t>
            </a:r>
            <a:endParaRPr sz="700">
              <a:solidFill>
                <a:schemeClr val="dk2"/>
              </a:solidFill>
              <a:latin typeface="Poppins SemiBold"/>
              <a:ea typeface="Poppins SemiBold"/>
              <a:cs typeface="Poppins SemiBold"/>
              <a:sym typeface="Poppins SemiBold"/>
            </a:endParaRPr>
          </a:p>
        </p:txBody>
      </p:sp>
      <p:sp>
        <p:nvSpPr>
          <p:cNvPr id="778" name="Google Shape;778;p122"/>
          <p:cNvSpPr/>
          <p:nvPr/>
        </p:nvSpPr>
        <p:spPr>
          <a:xfrm>
            <a:off x="6538175" y="2343325"/>
            <a:ext cx="1045200" cy="7935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700">
                <a:solidFill>
                  <a:schemeClr val="dk2"/>
                </a:solidFill>
                <a:latin typeface="Poppins SemiBold"/>
                <a:ea typeface="Poppins SemiBold"/>
                <a:cs typeface="Poppins SemiBold"/>
                <a:sym typeface="Poppins SemiBold"/>
              </a:rPr>
              <a:t>This event is VIP only, please subscribe or choose another event.</a:t>
            </a:r>
            <a:endParaRPr sz="700">
              <a:solidFill>
                <a:schemeClr val="dk2"/>
              </a:solidFill>
              <a:latin typeface="Poppins SemiBold"/>
              <a:ea typeface="Poppins SemiBold"/>
              <a:cs typeface="Poppins SemiBold"/>
              <a:sym typeface="Poppins SemiBold"/>
            </a:endParaRPr>
          </a:p>
        </p:txBody>
      </p:sp>
      <p:sp>
        <p:nvSpPr>
          <p:cNvPr id="779" name="Google Shape;779;p122"/>
          <p:cNvSpPr/>
          <p:nvPr/>
        </p:nvSpPr>
        <p:spPr>
          <a:xfrm>
            <a:off x="7723875" y="2343325"/>
            <a:ext cx="1045200" cy="7935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700">
                <a:solidFill>
                  <a:schemeClr val="dk2"/>
                </a:solidFill>
                <a:latin typeface="Poppins SemiBold"/>
                <a:ea typeface="Poppins SemiBold"/>
                <a:cs typeface="Poppins SemiBold"/>
                <a:sym typeface="Poppins SemiBold"/>
              </a:rPr>
              <a:t>It seems your balance is currently negative. Please top up to purchase new items! </a:t>
            </a:r>
            <a:endParaRPr sz="700">
              <a:solidFill>
                <a:schemeClr val="dk2"/>
              </a:solidFill>
              <a:latin typeface="Poppins SemiBold"/>
              <a:ea typeface="Poppins SemiBold"/>
              <a:cs typeface="Poppins SemiBold"/>
              <a:sym typeface="Poppins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123"/>
          <p:cNvSpPr txBox="1"/>
          <p:nvPr/>
        </p:nvSpPr>
        <p:spPr>
          <a:xfrm>
            <a:off x="666925" y="1857700"/>
            <a:ext cx="8265300" cy="3068400"/>
          </a:xfrm>
          <a:prstGeom prst="rect">
            <a:avLst/>
          </a:prstGeom>
          <a:noFill/>
          <a:ln w="19050" cap="flat" cmpd="sng">
            <a:solidFill>
              <a:srgbClr val="8686FF"/>
            </a:solidFill>
            <a:prstDash val="dash"/>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i="1">
                <a:solidFill>
                  <a:schemeClr val="accent4"/>
                </a:solidFill>
                <a:latin typeface="Lato"/>
                <a:ea typeface="Lato"/>
                <a:cs typeface="Lato"/>
                <a:sym typeface="Lato"/>
              </a:rPr>
              <a:t>❓ </a:t>
            </a:r>
            <a:r>
              <a:rPr lang="en" sz="900" b="1" i="1">
                <a:latin typeface="Lato"/>
                <a:ea typeface="Lato"/>
                <a:cs typeface="Lato"/>
                <a:sym typeface="Lato"/>
              </a:rPr>
              <a:t>ACCURACY</a:t>
            </a:r>
            <a:r>
              <a:rPr lang="en" sz="1000" i="1">
                <a:solidFill>
                  <a:schemeClr val="accent4"/>
                </a:solidFill>
                <a:latin typeface="Lato"/>
                <a:ea typeface="Lato"/>
                <a:cs typeface="Lato"/>
                <a:sym typeface="Lato"/>
              </a:rPr>
              <a:t> - </a:t>
            </a:r>
            <a:r>
              <a:rPr lang="en" sz="900" i="1">
                <a:latin typeface="Lato"/>
                <a:ea typeface="Lato"/>
                <a:cs typeface="Lato"/>
                <a:sym typeface="Lato"/>
              </a:rPr>
              <a:t>Does the generated output accurately reflects the game’s data ( player inventory, item details, or sales trends)?</a:t>
            </a:r>
            <a:br>
              <a:rPr lang="en" sz="900" i="1">
                <a:latin typeface="Lato"/>
                <a:ea typeface="Lato"/>
                <a:cs typeface="Lato"/>
                <a:sym typeface="Lato"/>
              </a:rPr>
            </a:br>
            <a:endParaRPr sz="900" i="1">
              <a:latin typeface="Lato"/>
              <a:ea typeface="Lato"/>
              <a:cs typeface="Lato"/>
              <a:sym typeface="Lato"/>
            </a:endParaRPr>
          </a:p>
          <a:p>
            <a:pPr marL="0" lvl="0" indent="0" algn="l" rtl="0">
              <a:spcBef>
                <a:spcPts val="0"/>
              </a:spcBef>
              <a:spcAft>
                <a:spcPts val="0"/>
              </a:spcAft>
              <a:buNone/>
            </a:pPr>
            <a:r>
              <a:rPr lang="en" sz="900" i="1">
                <a:solidFill>
                  <a:srgbClr val="7F7F7F"/>
                </a:solidFill>
                <a:latin typeface="Lato"/>
                <a:ea typeface="Lato"/>
                <a:cs typeface="Lato"/>
                <a:sym typeface="Lato"/>
              </a:rPr>
              <a:t>	1 - Completely inaccurate | 2 - Mostly inaccurate | 3 - Somewhat accurate | 4 - Mostly accurate | 5 - Highly accurate</a:t>
            </a:r>
            <a:endParaRPr sz="900" i="1">
              <a:solidFill>
                <a:srgbClr val="7F7F7F"/>
              </a:solidFill>
              <a:latin typeface="Lato"/>
              <a:ea typeface="Lato"/>
              <a:cs typeface="Lato"/>
              <a:sym typeface="Lato"/>
            </a:endParaRPr>
          </a:p>
          <a:p>
            <a:pPr marL="0" lvl="0" indent="0" algn="l" rtl="0">
              <a:spcBef>
                <a:spcPts val="0"/>
              </a:spcBef>
              <a:spcAft>
                <a:spcPts val="0"/>
              </a:spcAft>
              <a:buNone/>
            </a:pPr>
            <a:endParaRPr sz="1000" i="1">
              <a:solidFill>
                <a:schemeClr val="accent4"/>
              </a:solidFill>
              <a:latin typeface="Lato"/>
              <a:ea typeface="Lato"/>
              <a:cs typeface="Lato"/>
              <a:sym typeface="Lato"/>
            </a:endParaRPr>
          </a:p>
          <a:p>
            <a:pPr marL="0" lvl="0" indent="0" algn="l" rtl="0">
              <a:spcBef>
                <a:spcPts val="0"/>
              </a:spcBef>
              <a:spcAft>
                <a:spcPts val="0"/>
              </a:spcAft>
              <a:buNone/>
            </a:pPr>
            <a:r>
              <a:rPr lang="en" sz="1000" i="1">
                <a:solidFill>
                  <a:schemeClr val="accent4"/>
                </a:solidFill>
                <a:latin typeface="Lato"/>
                <a:ea typeface="Lato"/>
                <a:cs typeface="Lato"/>
                <a:sym typeface="Lato"/>
              </a:rPr>
              <a:t>❓ </a:t>
            </a:r>
            <a:r>
              <a:rPr lang="en" sz="900" b="1" i="1">
                <a:latin typeface="Lato"/>
                <a:ea typeface="Lato"/>
                <a:cs typeface="Lato"/>
                <a:sym typeface="Lato"/>
              </a:rPr>
              <a:t>ENGAGEMENT</a:t>
            </a:r>
            <a:r>
              <a:rPr lang="en" sz="1000" i="1">
                <a:solidFill>
                  <a:schemeClr val="accent4"/>
                </a:solidFill>
                <a:latin typeface="Lato"/>
                <a:ea typeface="Lato"/>
                <a:cs typeface="Lato"/>
                <a:sym typeface="Lato"/>
              </a:rPr>
              <a:t> - </a:t>
            </a:r>
            <a:r>
              <a:rPr lang="en" sz="900" i="1">
                <a:latin typeface="Lato"/>
                <a:ea typeface="Lato"/>
                <a:cs typeface="Lato"/>
                <a:sym typeface="Lato"/>
              </a:rPr>
              <a:t>How engaging, natural, and immersive is the generated text?</a:t>
            </a:r>
            <a:endParaRPr sz="900" i="1">
              <a:latin typeface="Lato"/>
              <a:ea typeface="Lato"/>
              <a:cs typeface="Lato"/>
              <a:sym typeface="Lato"/>
            </a:endParaRPr>
          </a:p>
          <a:p>
            <a:pPr marL="0" lvl="0" indent="0" algn="l" rtl="0">
              <a:spcBef>
                <a:spcPts val="0"/>
              </a:spcBef>
              <a:spcAft>
                <a:spcPts val="0"/>
              </a:spcAft>
              <a:buNone/>
            </a:pPr>
            <a:endParaRPr sz="900" i="1">
              <a:latin typeface="Lato"/>
              <a:ea typeface="Lato"/>
              <a:cs typeface="Lato"/>
              <a:sym typeface="Lato"/>
            </a:endParaRPr>
          </a:p>
          <a:p>
            <a:pPr marL="0" lvl="0" indent="0" algn="l" rtl="0">
              <a:spcBef>
                <a:spcPts val="0"/>
              </a:spcBef>
              <a:spcAft>
                <a:spcPts val="0"/>
              </a:spcAft>
              <a:buNone/>
            </a:pPr>
            <a:r>
              <a:rPr lang="en" sz="900" i="1">
                <a:latin typeface="Lato"/>
                <a:ea typeface="Lato"/>
                <a:cs typeface="Lato"/>
                <a:sym typeface="Lato"/>
              </a:rPr>
              <a:t>	</a:t>
            </a:r>
            <a:r>
              <a:rPr lang="en" sz="900" i="1">
                <a:solidFill>
                  <a:srgbClr val="7F7F7F"/>
                </a:solidFill>
                <a:latin typeface="Lato"/>
                <a:ea typeface="Lato"/>
                <a:cs typeface="Lato"/>
                <a:sym typeface="Lato"/>
              </a:rPr>
              <a:t>1 - Boring/robotic | 2 - Engaging/low context  | 3 - Fair, but could be improved | 4 - Engaging and fits the game tone | 5 - Highly exciting and player-friendly</a:t>
            </a:r>
            <a:endParaRPr sz="900" i="1">
              <a:solidFill>
                <a:srgbClr val="7F7F7F"/>
              </a:solidFill>
              <a:latin typeface="Lato"/>
              <a:ea typeface="Lato"/>
              <a:cs typeface="Lato"/>
              <a:sym typeface="Lato"/>
            </a:endParaRPr>
          </a:p>
          <a:p>
            <a:pPr marL="0" lvl="0" indent="0" algn="l" rtl="0">
              <a:spcBef>
                <a:spcPts val="0"/>
              </a:spcBef>
              <a:spcAft>
                <a:spcPts val="0"/>
              </a:spcAft>
              <a:buNone/>
            </a:pPr>
            <a:endParaRPr sz="900" i="1">
              <a:latin typeface="Lato"/>
              <a:ea typeface="Lato"/>
              <a:cs typeface="Lato"/>
              <a:sym typeface="Lato"/>
            </a:endParaRPr>
          </a:p>
          <a:p>
            <a:pPr marL="0" lvl="0" indent="0" algn="l" rtl="0">
              <a:spcBef>
                <a:spcPts val="0"/>
              </a:spcBef>
              <a:spcAft>
                <a:spcPts val="0"/>
              </a:spcAft>
              <a:buNone/>
            </a:pPr>
            <a:r>
              <a:rPr lang="en" sz="900" i="1">
                <a:latin typeface="Lato"/>
                <a:ea typeface="Lato"/>
                <a:cs typeface="Lato"/>
                <a:sym typeface="Lato"/>
              </a:rPr>
              <a:t>❓ </a:t>
            </a:r>
            <a:r>
              <a:rPr lang="en" sz="900" b="1" i="1">
                <a:latin typeface="Lato"/>
                <a:ea typeface="Lato"/>
                <a:cs typeface="Lato"/>
                <a:sym typeface="Lato"/>
              </a:rPr>
              <a:t>QUALITY</a:t>
            </a:r>
            <a:r>
              <a:rPr lang="en" sz="1000" i="1">
                <a:solidFill>
                  <a:schemeClr val="accent4"/>
                </a:solidFill>
                <a:latin typeface="Lato"/>
                <a:ea typeface="Lato"/>
                <a:cs typeface="Lato"/>
                <a:sym typeface="Lato"/>
              </a:rPr>
              <a:t> - </a:t>
            </a:r>
            <a:r>
              <a:rPr lang="en" sz="900" i="1">
                <a:latin typeface="Lato"/>
                <a:ea typeface="Lato"/>
                <a:cs typeface="Lato"/>
                <a:sym typeface="Lato"/>
              </a:rPr>
              <a:t>Does the generated image match the game’s style, aesthetics, and prompt details?</a:t>
            </a:r>
            <a:endParaRPr sz="900" i="1">
              <a:latin typeface="Lato"/>
              <a:ea typeface="Lato"/>
              <a:cs typeface="Lato"/>
              <a:sym typeface="Lato"/>
            </a:endParaRPr>
          </a:p>
          <a:p>
            <a:pPr marL="0" lvl="0" indent="0" algn="l" rtl="0">
              <a:spcBef>
                <a:spcPts val="0"/>
              </a:spcBef>
              <a:spcAft>
                <a:spcPts val="0"/>
              </a:spcAft>
              <a:buNone/>
            </a:pPr>
            <a:endParaRPr sz="900" i="1">
              <a:latin typeface="Lato"/>
              <a:ea typeface="Lato"/>
              <a:cs typeface="Lato"/>
              <a:sym typeface="Lato"/>
            </a:endParaRPr>
          </a:p>
          <a:p>
            <a:pPr marL="0" lvl="0" indent="0" algn="l" rtl="0">
              <a:spcBef>
                <a:spcPts val="0"/>
              </a:spcBef>
              <a:spcAft>
                <a:spcPts val="0"/>
              </a:spcAft>
              <a:buNone/>
            </a:pPr>
            <a:r>
              <a:rPr lang="en" sz="900" i="1">
                <a:latin typeface="Lato"/>
                <a:ea typeface="Lato"/>
                <a:cs typeface="Lato"/>
                <a:sym typeface="Lato"/>
              </a:rPr>
              <a:t>	</a:t>
            </a:r>
            <a:r>
              <a:rPr lang="en" sz="900" i="1">
                <a:solidFill>
                  <a:srgbClr val="7F7F7F"/>
                </a:solidFill>
                <a:latin typeface="Lato"/>
                <a:ea typeface="Lato"/>
                <a:cs typeface="Lato"/>
                <a:sym typeface="Lato"/>
              </a:rPr>
              <a:t>1 - Poor quality, no match | 2 - Relevant but inconsistent | 3 - Acceptable, but low detail | 4 - Good quality, fits the prompt | 5 - High-quality, well-integrated with game feel and prompt</a:t>
            </a:r>
            <a:endParaRPr sz="900" i="1">
              <a:solidFill>
                <a:srgbClr val="7F7F7F"/>
              </a:solidFill>
              <a:latin typeface="Lato"/>
              <a:ea typeface="Lato"/>
              <a:cs typeface="Lato"/>
              <a:sym typeface="Lato"/>
            </a:endParaRPr>
          </a:p>
          <a:p>
            <a:pPr marL="0" lvl="0" indent="0" algn="l" rtl="0">
              <a:spcBef>
                <a:spcPts val="0"/>
              </a:spcBef>
              <a:spcAft>
                <a:spcPts val="0"/>
              </a:spcAft>
              <a:buNone/>
            </a:pPr>
            <a:endParaRPr sz="900" i="1">
              <a:latin typeface="Lato"/>
              <a:ea typeface="Lato"/>
              <a:cs typeface="Lato"/>
              <a:sym typeface="Lato"/>
            </a:endParaRPr>
          </a:p>
          <a:p>
            <a:pPr marL="0" lvl="0" indent="0" algn="l" rtl="0">
              <a:spcBef>
                <a:spcPts val="0"/>
              </a:spcBef>
              <a:spcAft>
                <a:spcPts val="0"/>
              </a:spcAft>
              <a:buNone/>
            </a:pPr>
            <a:r>
              <a:rPr lang="en" sz="900" i="1">
                <a:latin typeface="Lato"/>
                <a:ea typeface="Lato"/>
                <a:cs typeface="Lato"/>
                <a:sym typeface="Lato"/>
              </a:rPr>
              <a:t>❓ </a:t>
            </a:r>
            <a:r>
              <a:rPr lang="en" sz="900" b="1" i="1">
                <a:latin typeface="Lato"/>
                <a:ea typeface="Lato"/>
                <a:cs typeface="Lato"/>
                <a:sym typeface="Lato"/>
              </a:rPr>
              <a:t>MULTILINGUAL</a:t>
            </a:r>
            <a:r>
              <a:rPr lang="en" sz="1000" i="1">
                <a:solidFill>
                  <a:schemeClr val="accent4"/>
                </a:solidFill>
                <a:latin typeface="Lato"/>
                <a:ea typeface="Lato"/>
                <a:cs typeface="Lato"/>
                <a:sym typeface="Lato"/>
              </a:rPr>
              <a:t> - </a:t>
            </a:r>
            <a:r>
              <a:rPr lang="en" sz="900" i="1">
                <a:latin typeface="Lato"/>
                <a:ea typeface="Lato"/>
                <a:cs typeface="Lato"/>
                <a:sym typeface="Lato"/>
              </a:rPr>
              <a:t>If the output is in a language other than English, how fluent and contextual is the translation/localization?</a:t>
            </a:r>
            <a:endParaRPr sz="900" i="1">
              <a:latin typeface="Lato"/>
              <a:ea typeface="Lato"/>
              <a:cs typeface="Lato"/>
              <a:sym typeface="Lato"/>
            </a:endParaRPr>
          </a:p>
          <a:p>
            <a:pPr marL="0" lvl="0" indent="0" algn="l" rtl="0">
              <a:spcBef>
                <a:spcPts val="0"/>
              </a:spcBef>
              <a:spcAft>
                <a:spcPts val="0"/>
              </a:spcAft>
              <a:buNone/>
            </a:pPr>
            <a:endParaRPr sz="900" i="1">
              <a:latin typeface="Lato"/>
              <a:ea typeface="Lato"/>
              <a:cs typeface="Lato"/>
              <a:sym typeface="Lato"/>
            </a:endParaRPr>
          </a:p>
          <a:p>
            <a:pPr marL="0" lvl="0" indent="0" algn="l" rtl="0">
              <a:spcBef>
                <a:spcPts val="0"/>
              </a:spcBef>
              <a:spcAft>
                <a:spcPts val="0"/>
              </a:spcAft>
              <a:buNone/>
            </a:pPr>
            <a:r>
              <a:rPr lang="en" sz="900" i="1">
                <a:latin typeface="Lato"/>
                <a:ea typeface="Lato"/>
                <a:cs typeface="Lato"/>
                <a:sym typeface="Lato"/>
              </a:rPr>
              <a:t>	</a:t>
            </a:r>
            <a:r>
              <a:rPr lang="en" sz="900" i="1">
                <a:solidFill>
                  <a:srgbClr val="7F7F7F"/>
                </a:solidFill>
                <a:latin typeface="Lato"/>
                <a:ea typeface="Lato"/>
                <a:cs typeface="Lato"/>
                <a:sym typeface="Lato"/>
              </a:rPr>
              <a:t>1 - Poor translation, non natural | 2 - Understandable, but errors present | 3 - Adequate but could be more natural | 4 - Fluent and contextual | 5 - Native-level quality </a:t>
            </a:r>
            <a:endParaRPr sz="900" i="1">
              <a:solidFill>
                <a:srgbClr val="7F7F7F"/>
              </a:solidFill>
              <a:latin typeface="Lato"/>
              <a:ea typeface="Lato"/>
              <a:cs typeface="Lato"/>
              <a:sym typeface="Lato"/>
            </a:endParaRPr>
          </a:p>
          <a:p>
            <a:pPr marL="0" lvl="0" indent="0" algn="l" rtl="0">
              <a:spcBef>
                <a:spcPts val="0"/>
              </a:spcBef>
              <a:spcAft>
                <a:spcPts val="0"/>
              </a:spcAft>
              <a:buNone/>
            </a:pPr>
            <a:endParaRPr sz="900" i="1">
              <a:solidFill>
                <a:srgbClr val="7F7F7F"/>
              </a:solidFill>
              <a:latin typeface="Lato"/>
              <a:ea typeface="Lato"/>
              <a:cs typeface="Lato"/>
              <a:sym typeface="Lato"/>
            </a:endParaRPr>
          </a:p>
          <a:p>
            <a:pPr marL="0" lvl="0" indent="0" algn="l" rtl="0">
              <a:spcBef>
                <a:spcPts val="0"/>
              </a:spcBef>
              <a:spcAft>
                <a:spcPts val="0"/>
              </a:spcAft>
              <a:buNone/>
            </a:pPr>
            <a:r>
              <a:rPr lang="en" sz="900" i="1">
                <a:latin typeface="Lato"/>
                <a:ea typeface="Lato"/>
                <a:cs typeface="Lato"/>
                <a:sym typeface="Lato"/>
              </a:rPr>
              <a:t>❓ </a:t>
            </a:r>
            <a:r>
              <a:rPr lang="en" sz="900" b="1" i="1">
                <a:latin typeface="Lato"/>
                <a:ea typeface="Lato"/>
                <a:cs typeface="Lato"/>
                <a:sym typeface="Lato"/>
              </a:rPr>
              <a:t>SPEED</a:t>
            </a:r>
            <a:r>
              <a:rPr lang="en" sz="1000" i="1">
                <a:solidFill>
                  <a:schemeClr val="accent4"/>
                </a:solidFill>
                <a:latin typeface="Lato"/>
                <a:ea typeface="Lato"/>
                <a:cs typeface="Lato"/>
                <a:sym typeface="Lato"/>
              </a:rPr>
              <a:t> - </a:t>
            </a:r>
            <a:r>
              <a:rPr lang="en" sz="900" i="1">
                <a:latin typeface="Lato"/>
                <a:ea typeface="Lato"/>
                <a:cs typeface="Lato"/>
                <a:sym typeface="Lato"/>
              </a:rPr>
              <a:t>How responsive and fast was the output in generating results?</a:t>
            </a:r>
            <a:endParaRPr sz="900" i="1">
              <a:latin typeface="Lato"/>
              <a:ea typeface="Lato"/>
              <a:cs typeface="Lato"/>
              <a:sym typeface="Lato"/>
            </a:endParaRPr>
          </a:p>
          <a:p>
            <a:pPr marL="0" lvl="0" indent="0" algn="l" rtl="0">
              <a:spcBef>
                <a:spcPts val="0"/>
              </a:spcBef>
              <a:spcAft>
                <a:spcPts val="0"/>
              </a:spcAft>
              <a:buNone/>
            </a:pPr>
            <a:endParaRPr sz="900" i="1">
              <a:latin typeface="Lato"/>
              <a:ea typeface="Lato"/>
              <a:cs typeface="Lato"/>
              <a:sym typeface="Lato"/>
            </a:endParaRPr>
          </a:p>
          <a:p>
            <a:pPr marL="0" lvl="0" indent="0" algn="l" rtl="0">
              <a:spcBef>
                <a:spcPts val="0"/>
              </a:spcBef>
              <a:spcAft>
                <a:spcPts val="0"/>
              </a:spcAft>
              <a:buNone/>
            </a:pPr>
            <a:r>
              <a:rPr lang="en" sz="900" i="1">
                <a:latin typeface="Lato"/>
                <a:ea typeface="Lato"/>
                <a:cs typeface="Lato"/>
                <a:sym typeface="Lato"/>
              </a:rPr>
              <a:t>	</a:t>
            </a:r>
            <a:r>
              <a:rPr lang="en" sz="900" i="1">
                <a:solidFill>
                  <a:srgbClr val="7F7F7F"/>
                </a:solidFill>
                <a:latin typeface="Lato"/>
                <a:ea typeface="Lato"/>
                <a:cs typeface="Lato"/>
                <a:sym typeface="Lato"/>
              </a:rPr>
              <a:t>1 - Extremely slow, unacceptable for gameplay | 2 - Noticed lag, impacts player experience | 3 - Moderate speed | 4 - Fast and acceptable for gameplay | 5 - Instant and seamless</a:t>
            </a:r>
            <a:endParaRPr sz="900" i="1">
              <a:solidFill>
                <a:srgbClr val="7F7F7F"/>
              </a:solidFill>
              <a:latin typeface="Lato"/>
              <a:ea typeface="Lato"/>
              <a:cs typeface="Lato"/>
              <a:sym typeface="Lato"/>
            </a:endParaRPr>
          </a:p>
        </p:txBody>
      </p:sp>
      <p:sp>
        <p:nvSpPr>
          <p:cNvPr id="785" name="Google Shape;785;p123"/>
          <p:cNvSpPr txBox="1"/>
          <p:nvPr/>
        </p:nvSpPr>
        <p:spPr>
          <a:xfrm>
            <a:off x="571500" y="571500"/>
            <a:ext cx="4000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a:solidFill>
                  <a:schemeClr val="accent4"/>
                </a:solidFill>
                <a:latin typeface="Lato"/>
                <a:ea typeface="Lato"/>
                <a:cs typeface="Lato"/>
                <a:sym typeface="Lato"/>
              </a:rPr>
              <a:t>Personal Shopper NPC</a:t>
            </a:r>
            <a:r>
              <a:rPr lang="en" sz="900" b="1">
                <a:solidFill>
                  <a:srgbClr val="85859F"/>
                </a:solidFill>
                <a:latin typeface="Lato"/>
                <a:ea typeface="Lato"/>
                <a:cs typeface="Lato"/>
                <a:sym typeface="Lato"/>
              </a:rPr>
              <a:t>&gt; Human Evaluation</a:t>
            </a:r>
            <a:endParaRPr sz="900" b="1">
              <a:solidFill>
                <a:srgbClr val="85859F"/>
              </a:solidFill>
              <a:latin typeface="Lato"/>
              <a:ea typeface="Lato"/>
              <a:cs typeface="Lato"/>
              <a:sym typeface="Lato"/>
            </a:endParaRPr>
          </a:p>
        </p:txBody>
      </p:sp>
      <p:graphicFrame>
        <p:nvGraphicFramePr>
          <p:cNvPr id="786" name="Google Shape;786;p123"/>
          <p:cNvGraphicFramePr/>
          <p:nvPr/>
        </p:nvGraphicFramePr>
        <p:xfrm>
          <a:off x="666913" y="1463260"/>
          <a:ext cx="8265300" cy="320010"/>
        </p:xfrm>
        <a:graphic>
          <a:graphicData uri="http://schemas.openxmlformats.org/drawingml/2006/table">
            <a:tbl>
              <a:tblPr>
                <a:noFill/>
                <a:tableStyleId>{10167779-98EA-4334-B83C-3EA2ADDCB2A7}</a:tableStyleId>
              </a:tblPr>
              <a:tblGrid>
                <a:gridCol w="826530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 sz="900">
                          <a:solidFill>
                            <a:srgbClr val="32328C"/>
                          </a:solidFill>
                          <a:latin typeface="Poppins SemiBold"/>
                          <a:ea typeface="Poppins SemiBold"/>
                          <a:cs typeface="Poppins SemiBold"/>
                          <a:sym typeface="Poppins SemiBold"/>
                        </a:rPr>
                        <a:t>Questions</a:t>
                      </a:r>
                      <a:endParaRPr sz="900">
                        <a:solidFill>
                          <a:srgbClr val="32328C"/>
                        </a:solidFill>
                        <a:highlight>
                          <a:srgbClr val="BAF7EC"/>
                        </a:highlight>
                        <a:latin typeface="Poppins SemiBold"/>
                        <a:ea typeface="Poppins SemiBold"/>
                        <a:cs typeface="Poppins SemiBold"/>
                        <a:sym typeface="Poppins SemiBold"/>
                      </a:endParaRPr>
                    </a:p>
                  </a:txBody>
                  <a:tcPr marL="109725" marR="109725" marT="91425" marB="91425">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alpha val="0"/>
                        </a:srgbClr>
                      </a:solidFill>
                      <a:prstDash val="solid"/>
                      <a:round/>
                      <a:headEnd type="none" w="sm" len="sm"/>
                      <a:tailEnd type="none" w="sm" len="sm"/>
                    </a:lnB>
                    <a:solidFill>
                      <a:srgbClr val="E3E3FF"/>
                    </a:solidFill>
                  </a:tcPr>
                </a:tc>
                <a:extLst>
                  <a:ext uri="{0D108BD9-81ED-4DB2-BD59-A6C34878D82A}">
                    <a16:rowId xmlns:a16="http://schemas.microsoft.com/office/drawing/2014/main" val="10000"/>
                  </a:ext>
                </a:extLst>
              </a:tr>
            </a:tbl>
          </a:graphicData>
        </a:graphic>
      </p:graphicFrame>
      <p:sp>
        <p:nvSpPr>
          <p:cNvPr id="787" name="Google Shape;787;p123"/>
          <p:cNvSpPr txBox="1"/>
          <p:nvPr/>
        </p:nvSpPr>
        <p:spPr>
          <a:xfrm>
            <a:off x="571500" y="992363"/>
            <a:ext cx="6080700" cy="43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32328C"/>
                </a:solidFill>
                <a:latin typeface="Poppins"/>
                <a:ea typeface="Poppins"/>
                <a:cs typeface="Poppins"/>
                <a:sym typeface="Poppins"/>
              </a:rPr>
              <a:t>Human Evaluation Questions</a:t>
            </a:r>
            <a:endParaRPr b="1">
              <a:solidFill>
                <a:srgbClr val="32328C"/>
              </a:solidFill>
              <a:latin typeface="Lato"/>
              <a:ea typeface="Lato"/>
              <a:cs typeface="Lato"/>
              <a:sym typeface="Lato"/>
            </a:endParaRPr>
          </a:p>
        </p:txBody>
      </p:sp>
      <p:sp>
        <p:nvSpPr>
          <p:cNvPr id="788" name="Google Shape;788;p123"/>
          <p:cNvSpPr/>
          <p:nvPr/>
        </p:nvSpPr>
        <p:spPr>
          <a:xfrm>
            <a:off x="7250" y="7250"/>
            <a:ext cx="9136800" cy="485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789" name="Google Shape;789;p123"/>
          <p:cNvPicPr preferRelativeResize="0"/>
          <p:nvPr/>
        </p:nvPicPr>
        <p:blipFill>
          <a:blip r:embed="rId3">
            <a:alphaModFix/>
          </a:blip>
          <a:stretch>
            <a:fillRect/>
          </a:stretch>
        </p:blipFill>
        <p:spPr>
          <a:xfrm>
            <a:off x="8505050" y="-16450"/>
            <a:ext cx="534225" cy="532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124"/>
          <p:cNvSpPr txBox="1"/>
          <p:nvPr/>
        </p:nvSpPr>
        <p:spPr>
          <a:xfrm>
            <a:off x="571500" y="571500"/>
            <a:ext cx="4000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a:solidFill>
                  <a:schemeClr val="accent4"/>
                </a:solidFill>
                <a:latin typeface="Lato"/>
                <a:ea typeface="Lato"/>
                <a:cs typeface="Lato"/>
                <a:sym typeface="Lato"/>
              </a:rPr>
              <a:t>Personal Shopper NPC</a:t>
            </a:r>
            <a:r>
              <a:rPr lang="en" sz="900" b="1">
                <a:solidFill>
                  <a:srgbClr val="85859F"/>
                </a:solidFill>
                <a:latin typeface="Lato"/>
                <a:ea typeface="Lato"/>
                <a:cs typeface="Lato"/>
                <a:sym typeface="Lato"/>
              </a:rPr>
              <a:t> &gt; Risks and Mitigations</a:t>
            </a:r>
            <a:endParaRPr sz="900" b="1">
              <a:solidFill>
                <a:srgbClr val="85859F"/>
              </a:solidFill>
              <a:latin typeface="Lato"/>
              <a:ea typeface="Lato"/>
              <a:cs typeface="Lato"/>
              <a:sym typeface="Lato"/>
            </a:endParaRPr>
          </a:p>
        </p:txBody>
      </p:sp>
      <p:sp>
        <p:nvSpPr>
          <p:cNvPr id="795" name="Google Shape;795;p124"/>
          <p:cNvSpPr txBox="1"/>
          <p:nvPr/>
        </p:nvSpPr>
        <p:spPr>
          <a:xfrm>
            <a:off x="630075" y="2168625"/>
            <a:ext cx="3423900" cy="501300"/>
          </a:xfrm>
          <a:prstGeom prst="rect">
            <a:avLst/>
          </a:prstGeom>
          <a:solidFill>
            <a:srgbClr val="F7F7F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sz="800">
                <a:solidFill>
                  <a:schemeClr val="accent4"/>
                </a:solidFill>
                <a:latin typeface="Poppins SemiBold"/>
                <a:ea typeface="Poppins SemiBold"/>
                <a:cs typeface="Poppins SemiBold"/>
                <a:sym typeface="Poppins SemiBold"/>
              </a:rPr>
              <a:t>❌</a:t>
            </a:r>
            <a:r>
              <a:rPr lang="en" sz="800">
                <a:solidFill>
                  <a:srgbClr val="32328C"/>
                </a:solidFill>
                <a:latin typeface="Poppins SemiBold"/>
                <a:ea typeface="Poppins SemiBold"/>
                <a:cs typeface="Poppins SemiBold"/>
                <a:sym typeface="Poppins SemiBold"/>
              </a:rPr>
              <a:t>  Bias in Player Preferences &amp; Recommendations (Over-represented countries)</a:t>
            </a:r>
            <a:endParaRPr sz="800">
              <a:solidFill>
                <a:srgbClr val="32328C"/>
              </a:solidFill>
              <a:latin typeface="Poppins SemiBold"/>
              <a:ea typeface="Poppins SemiBold"/>
              <a:cs typeface="Poppins SemiBold"/>
              <a:sym typeface="Poppins SemiBold"/>
            </a:endParaRPr>
          </a:p>
        </p:txBody>
      </p:sp>
      <p:sp>
        <p:nvSpPr>
          <p:cNvPr id="796" name="Google Shape;796;p124"/>
          <p:cNvSpPr txBox="1"/>
          <p:nvPr/>
        </p:nvSpPr>
        <p:spPr>
          <a:xfrm>
            <a:off x="630075" y="2797962"/>
            <a:ext cx="3423900" cy="5013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chemeClr val="accent4"/>
                </a:solidFill>
                <a:latin typeface="Poppins SemiBold"/>
                <a:ea typeface="Poppins SemiBold"/>
                <a:cs typeface="Poppins SemiBold"/>
                <a:sym typeface="Poppins SemiBold"/>
              </a:rPr>
              <a:t>❌</a:t>
            </a:r>
            <a:r>
              <a:rPr lang="en" sz="800" i="1">
                <a:solidFill>
                  <a:schemeClr val="accent4"/>
                </a:solidFill>
                <a:latin typeface="Poppins SemiBold"/>
                <a:ea typeface="Poppins SemiBold"/>
                <a:cs typeface="Poppins SemiBold"/>
                <a:sym typeface="Poppins SemiBold"/>
              </a:rPr>
              <a:t> </a:t>
            </a:r>
            <a:r>
              <a:rPr lang="en" sz="800">
                <a:solidFill>
                  <a:srgbClr val="32328C"/>
                </a:solidFill>
                <a:latin typeface="Poppins SemiBold"/>
                <a:ea typeface="Poppins SemiBold"/>
                <a:cs typeface="Poppins SemiBold"/>
                <a:sym typeface="Poppins SemiBold"/>
              </a:rPr>
              <a:t>Inappropriate or Harmful Content Generation</a:t>
            </a:r>
            <a:endParaRPr sz="800" i="1">
              <a:solidFill>
                <a:schemeClr val="accent4"/>
              </a:solidFill>
              <a:latin typeface="Poppins SemiBold"/>
              <a:ea typeface="Poppins SemiBold"/>
              <a:cs typeface="Poppins SemiBold"/>
              <a:sym typeface="Poppins SemiBold"/>
            </a:endParaRPr>
          </a:p>
        </p:txBody>
      </p:sp>
      <p:sp>
        <p:nvSpPr>
          <p:cNvPr id="797" name="Google Shape;797;p124"/>
          <p:cNvSpPr txBox="1"/>
          <p:nvPr/>
        </p:nvSpPr>
        <p:spPr>
          <a:xfrm>
            <a:off x="630075" y="3427300"/>
            <a:ext cx="3423900" cy="5013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chemeClr val="accent4"/>
                </a:solidFill>
                <a:latin typeface="Poppins SemiBold"/>
                <a:ea typeface="Poppins SemiBold"/>
                <a:cs typeface="Poppins SemiBold"/>
                <a:sym typeface="Poppins SemiBold"/>
              </a:rPr>
              <a:t>❌</a:t>
            </a:r>
            <a:r>
              <a:rPr lang="en" sz="800">
                <a:solidFill>
                  <a:srgbClr val="32328C"/>
                </a:solidFill>
                <a:latin typeface="Poppins SemiBold"/>
                <a:ea typeface="Poppins SemiBold"/>
                <a:cs typeface="Poppins SemiBold"/>
                <a:sym typeface="Poppins SemiBold"/>
              </a:rPr>
              <a:t> Latency in AI Responses (Game Experience Impact)</a:t>
            </a:r>
            <a:endParaRPr sz="800">
              <a:solidFill>
                <a:srgbClr val="32328C"/>
              </a:solidFill>
              <a:latin typeface="Poppins SemiBold"/>
              <a:ea typeface="Poppins SemiBold"/>
              <a:cs typeface="Poppins SemiBold"/>
              <a:sym typeface="Poppins SemiBold"/>
            </a:endParaRPr>
          </a:p>
        </p:txBody>
      </p:sp>
      <p:sp>
        <p:nvSpPr>
          <p:cNvPr id="798" name="Google Shape;798;p124"/>
          <p:cNvSpPr txBox="1"/>
          <p:nvPr/>
        </p:nvSpPr>
        <p:spPr>
          <a:xfrm>
            <a:off x="630075" y="4070700"/>
            <a:ext cx="3423900" cy="5013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chemeClr val="accent4"/>
                </a:solidFill>
                <a:latin typeface="Poppins SemiBold"/>
                <a:ea typeface="Poppins SemiBold"/>
                <a:cs typeface="Poppins SemiBold"/>
                <a:sym typeface="Poppins SemiBold"/>
              </a:rPr>
              <a:t>❌</a:t>
            </a:r>
            <a:r>
              <a:rPr lang="en" sz="800">
                <a:solidFill>
                  <a:srgbClr val="32328C"/>
                </a:solidFill>
                <a:latin typeface="Poppins SemiBold"/>
                <a:ea typeface="Poppins SemiBold"/>
                <a:cs typeface="Poppins SemiBold"/>
                <a:sym typeface="Poppins SemiBold"/>
              </a:rPr>
              <a:t> Scalability (Cost &amp; Compute Limits)</a:t>
            </a:r>
            <a:endParaRPr sz="800">
              <a:solidFill>
                <a:srgbClr val="32328C"/>
              </a:solidFill>
              <a:latin typeface="Poppins SemiBold"/>
              <a:ea typeface="Poppins SemiBold"/>
              <a:cs typeface="Poppins SemiBold"/>
              <a:sym typeface="Poppins SemiBold"/>
            </a:endParaRPr>
          </a:p>
        </p:txBody>
      </p:sp>
      <p:sp>
        <p:nvSpPr>
          <p:cNvPr id="799" name="Google Shape;799;p124"/>
          <p:cNvSpPr txBox="1"/>
          <p:nvPr/>
        </p:nvSpPr>
        <p:spPr>
          <a:xfrm>
            <a:off x="4572000" y="2177125"/>
            <a:ext cx="3955800" cy="501300"/>
          </a:xfrm>
          <a:prstGeom prst="rect">
            <a:avLst/>
          </a:prstGeom>
          <a:solidFill>
            <a:srgbClr val="F7F7F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sz="800">
                <a:solidFill>
                  <a:srgbClr val="85859F"/>
                </a:solidFill>
                <a:latin typeface="Lato"/>
                <a:ea typeface="Lato"/>
                <a:cs typeface="Lato"/>
                <a:sym typeface="Lato"/>
              </a:rPr>
              <a:t>💭 </a:t>
            </a:r>
            <a:r>
              <a:rPr lang="en" sz="900">
                <a:latin typeface="Lato"/>
                <a:ea typeface="Lato"/>
                <a:cs typeface="Lato"/>
                <a:sym typeface="Lato"/>
              </a:rPr>
              <a:t>Balance dataset samplings per country with regional weight adjustments.</a:t>
            </a:r>
            <a:endParaRPr sz="900">
              <a:latin typeface="Lato"/>
              <a:ea typeface="Lato"/>
              <a:cs typeface="Lato"/>
              <a:sym typeface="Lato"/>
            </a:endParaRPr>
          </a:p>
        </p:txBody>
      </p:sp>
      <p:sp>
        <p:nvSpPr>
          <p:cNvPr id="800" name="Google Shape;800;p124"/>
          <p:cNvSpPr txBox="1"/>
          <p:nvPr/>
        </p:nvSpPr>
        <p:spPr>
          <a:xfrm>
            <a:off x="4572000" y="2797970"/>
            <a:ext cx="3955800" cy="5013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chemeClr val="accent4"/>
                </a:solidFill>
                <a:latin typeface="Lato"/>
                <a:ea typeface="Lato"/>
                <a:cs typeface="Lato"/>
                <a:sym typeface="Lato"/>
              </a:rPr>
              <a:t>💭 </a:t>
            </a:r>
            <a:r>
              <a:rPr lang="en" sz="900">
                <a:latin typeface="Lato"/>
                <a:ea typeface="Lato"/>
                <a:cs typeface="Lato"/>
                <a:sym typeface="Lato"/>
              </a:rPr>
              <a:t>Strict content filtering &amp; moderation. Feed specific guidelines for the model to follow with examples to avoid. Block outputs from banned words or offensive contexts</a:t>
            </a:r>
            <a:endParaRPr sz="900">
              <a:latin typeface="Lato"/>
              <a:ea typeface="Lato"/>
              <a:cs typeface="Lato"/>
              <a:sym typeface="Lato"/>
            </a:endParaRPr>
          </a:p>
        </p:txBody>
      </p:sp>
      <p:sp>
        <p:nvSpPr>
          <p:cNvPr id="801" name="Google Shape;801;p124"/>
          <p:cNvSpPr txBox="1"/>
          <p:nvPr/>
        </p:nvSpPr>
        <p:spPr>
          <a:xfrm>
            <a:off x="4572000" y="3427291"/>
            <a:ext cx="3955800" cy="5013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a:latin typeface="Lato"/>
                <a:ea typeface="Lato"/>
                <a:cs typeface="Lato"/>
                <a:sym typeface="Lato"/>
              </a:rPr>
              <a:t>💭 Response Caching for Frequently Asked Queries (top selling items). Adaptive quality scaling – If latency exceeds a set threshold, reduce output complexity</a:t>
            </a:r>
            <a:endParaRPr sz="900">
              <a:latin typeface="Lato"/>
              <a:ea typeface="Lato"/>
              <a:cs typeface="Lato"/>
              <a:sym typeface="Lato"/>
            </a:endParaRPr>
          </a:p>
        </p:txBody>
      </p:sp>
      <p:sp>
        <p:nvSpPr>
          <p:cNvPr id="802" name="Google Shape;802;p124"/>
          <p:cNvSpPr txBox="1"/>
          <p:nvPr/>
        </p:nvSpPr>
        <p:spPr>
          <a:xfrm>
            <a:off x="4572000" y="4070649"/>
            <a:ext cx="3955800" cy="501300"/>
          </a:xfrm>
          <a:prstGeom prst="rect">
            <a:avLst/>
          </a:prstGeom>
          <a:solidFill>
            <a:srgbClr val="F7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a:latin typeface="Lato"/>
                <a:ea typeface="Lato"/>
                <a:cs typeface="Lato"/>
                <a:sym typeface="Lato"/>
              </a:rPr>
              <a:t>💭 Limit image generation on X amount of times per day, batch requests, store reusable assets and apply small customizations.</a:t>
            </a:r>
            <a:endParaRPr sz="900">
              <a:latin typeface="Lato"/>
              <a:ea typeface="Lato"/>
              <a:cs typeface="Lato"/>
              <a:sym typeface="Lato"/>
            </a:endParaRPr>
          </a:p>
        </p:txBody>
      </p:sp>
      <p:graphicFrame>
        <p:nvGraphicFramePr>
          <p:cNvPr id="803" name="Google Shape;803;p124"/>
          <p:cNvGraphicFramePr/>
          <p:nvPr/>
        </p:nvGraphicFramePr>
        <p:xfrm>
          <a:off x="603763" y="1790910"/>
          <a:ext cx="7936450" cy="320010"/>
        </p:xfrm>
        <a:graphic>
          <a:graphicData uri="http://schemas.openxmlformats.org/drawingml/2006/table">
            <a:tbl>
              <a:tblPr>
                <a:noFill/>
                <a:tableStyleId>{10167779-98EA-4334-B83C-3EA2ADDCB2A7}</a:tableStyleId>
              </a:tblPr>
              <a:tblGrid>
                <a:gridCol w="3450125">
                  <a:extLst>
                    <a:ext uri="{9D8B030D-6E8A-4147-A177-3AD203B41FA5}">
                      <a16:colId xmlns:a16="http://schemas.microsoft.com/office/drawing/2014/main" val="20000"/>
                    </a:ext>
                  </a:extLst>
                </a:gridCol>
                <a:gridCol w="518100">
                  <a:extLst>
                    <a:ext uri="{9D8B030D-6E8A-4147-A177-3AD203B41FA5}">
                      <a16:colId xmlns:a16="http://schemas.microsoft.com/office/drawing/2014/main" val="20001"/>
                    </a:ext>
                  </a:extLst>
                </a:gridCol>
                <a:gridCol w="3968225">
                  <a:extLst>
                    <a:ext uri="{9D8B030D-6E8A-4147-A177-3AD203B41FA5}">
                      <a16:colId xmlns:a16="http://schemas.microsoft.com/office/drawing/2014/main" val="20002"/>
                    </a:ext>
                  </a:extLst>
                </a:gridCol>
              </a:tblGrid>
              <a:tr h="0">
                <a:tc>
                  <a:txBody>
                    <a:bodyPr/>
                    <a:lstStyle/>
                    <a:p>
                      <a:pPr marL="0" lvl="0" indent="0" algn="l" rtl="0">
                        <a:spcBef>
                          <a:spcPts val="0"/>
                        </a:spcBef>
                        <a:spcAft>
                          <a:spcPts val="0"/>
                        </a:spcAft>
                        <a:buNone/>
                      </a:pPr>
                      <a:r>
                        <a:rPr lang="en" sz="900">
                          <a:solidFill>
                            <a:srgbClr val="32328C"/>
                          </a:solidFill>
                          <a:latin typeface="Poppins SemiBold"/>
                          <a:ea typeface="Poppins SemiBold"/>
                          <a:cs typeface="Poppins SemiBold"/>
                          <a:sym typeface="Poppins SemiBold"/>
                        </a:rPr>
                        <a:t>Risk</a:t>
                      </a:r>
                      <a:endParaRPr sz="900">
                        <a:solidFill>
                          <a:srgbClr val="32328C"/>
                        </a:solidFill>
                        <a:highlight>
                          <a:srgbClr val="BAF7EC"/>
                        </a:highlight>
                        <a:latin typeface="Poppins SemiBold"/>
                        <a:ea typeface="Poppins SemiBold"/>
                        <a:cs typeface="Poppins SemiBold"/>
                        <a:sym typeface="Poppins SemiBold"/>
                      </a:endParaRPr>
                    </a:p>
                  </a:txBody>
                  <a:tcPr marL="109725" marR="109725" marT="91425" marB="91425">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alpha val="0"/>
                        </a:srgbClr>
                      </a:solidFill>
                      <a:prstDash val="solid"/>
                      <a:round/>
                      <a:headEnd type="none" w="sm" len="sm"/>
                      <a:tailEnd type="none" w="sm" len="sm"/>
                    </a:lnB>
                    <a:solidFill>
                      <a:srgbClr val="E3E3FF"/>
                    </a:solidFill>
                  </a:tcPr>
                </a:tc>
                <a:tc>
                  <a:txBody>
                    <a:bodyPr/>
                    <a:lstStyle/>
                    <a:p>
                      <a:pPr marL="0" lvl="0" indent="0" algn="l" rtl="0">
                        <a:spcBef>
                          <a:spcPts val="0"/>
                        </a:spcBef>
                        <a:spcAft>
                          <a:spcPts val="0"/>
                        </a:spcAft>
                        <a:buNone/>
                      </a:pPr>
                      <a:endParaRPr sz="900">
                        <a:solidFill>
                          <a:srgbClr val="32328C"/>
                        </a:solidFill>
                        <a:latin typeface="Poppins SemiBold"/>
                        <a:ea typeface="Poppins SemiBold"/>
                        <a:cs typeface="Poppins SemiBold"/>
                        <a:sym typeface="Poppins SemiBold"/>
                      </a:endParaRPr>
                    </a:p>
                  </a:txBody>
                  <a:tcPr marL="109725" marR="109725" marT="91425" marB="91425">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 sz="900">
                          <a:solidFill>
                            <a:srgbClr val="32328C"/>
                          </a:solidFill>
                          <a:latin typeface="Poppins SemiBold"/>
                          <a:ea typeface="Poppins SemiBold"/>
                          <a:cs typeface="Poppins SemiBold"/>
                          <a:sym typeface="Poppins SemiBold"/>
                        </a:rPr>
                        <a:t>Mitigation Strategy</a:t>
                      </a:r>
                      <a:endParaRPr sz="900">
                        <a:solidFill>
                          <a:srgbClr val="32328C"/>
                        </a:solidFill>
                        <a:latin typeface="Poppins SemiBold"/>
                        <a:ea typeface="Poppins SemiBold"/>
                        <a:cs typeface="Poppins SemiBold"/>
                        <a:sym typeface="Poppins SemiBold"/>
                      </a:endParaRPr>
                    </a:p>
                  </a:txBody>
                  <a:tcPr marL="109725" marR="109725" marT="91425" marB="91425">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alpha val="0"/>
                        </a:srgbClr>
                      </a:solidFill>
                      <a:prstDash val="solid"/>
                      <a:round/>
                      <a:headEnd type="none" w="sm" len="sm"/>
                      <a:tailEnd type="none" w="sm" len="sm"/>
                    </a:lnB>
                    <a:solidFill>
                      <a:srgbClr val="E3E3FF"/>
                    </a:solidFill>
                  </a:tcPr>
                </a:tc>
                <a:extLst>
                  <a:ext uri="{0D108BD9-81ED-4DB2-BD59-A6C34878D82A}">
                    <a16:rowId xmlns:a16="http://schemas.microsoft.com/office/drawing/2014/main" val="10000"/>
                  </a:ext>
                </a:extLst>
              </a:tr>
            </a:tbl>
          </a:graphicData>
        </a:graphic>
      </p:graphicFrame>
      <p:sp>
        <p:nvSpPr>
          <p:cNvPr id="804" name="Google Shape;804;p124"/>
          <p:cNvSpPr txBox="1"/>
          <p:nvPr/>
        </p:nvSpPr>
        <p:spPr>
          <a:xfrm>
            <a:off x="571500" y="992363"/>
            <a:ext cx="6080700" cy="43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32328C"/>
                </a:solidFill>
                <a:latin typeface="Poppins"/>
                <a:ea typeface="Poppins"/>
                <a:cs typeface="Poppins"/>
                <a:sym typeface="Poppins"/>
              </a:rPr>
              <a:t>Risks and Mitigations</a:t>
            </a:r>
            <a:endParaRPr b="1">
              <a:solidFill>
                <a:srgbClr val="32328C"/>
              </a:solidFill>
              <a:latin typeface="Lato"/>
              <a:ea typeface="Lato"/>
              <a:cs typeface="Lato"/>
              <a:sym typeface="Lato"/>
            </a:endParaRPr>
          </a:p>
        </p:txBody>
      </p:sp>
      <p:sp>
        <p:nvSpPr>
          <p:cNvPr id="805" name="Google Shape;805;p124"/>
          <p:cNvSpPr txBox="1"/>
          <p:nvPr/>
        </p:nvSpPr>
        <p:spPr>
          <a:xfrm>
            <a:off x="571500" y="1370050"/>
            <a:ext cx="6216000" cy="22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85859F"/>
                </a:solidFill>
                <a:latin typeface="Poppins"/>
                <a:ea typeface="Poppins"/>
                <a:cs typeface="Poppins"/>
                <a:sym typeface="Poppins"/>
              </a:rPr>
              <a:t>What risks do you foresee in your AI product and how do you plan to mitigate them?</a:t>
            </a:r>
            <a:endParaRPr sz="1000" b="1">
              <a:solidFill>
                <a:srgbClr val="85859F"/>
              </a:solidFill>
              <a:latin typeface="Poppins"/>
              <a:ea typeface="Poppins"/>
              <a:cs typeface="Poppins"/>
              <a:sym typeface="Poppins"/>
            </a:endParaRPr>
          </a:p>
        </p:txBody>
      </p:sp>
      <p:sp>
        <p:nvSpPr>
          <p:cNvPr id="806" name="Google Shape;806;p124"/>
          <p:cNvSpPr/>
          <p:nvPr/>
        </p:nvSpPr>
        <p:spPr>
          <a:xfrm>
            <a:off x="7250" y="7250"/>
            <a:ext cx="9136800" cy="485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807" name="Google Shape;807;p124"/>
          <p:cNvPicPr preferRelativeResize="0"/>
          <p:nvPr/>
        </p:nvPicPr>
        <p:blipFill>
          <a:blip r:embed="rId3">
            <a:alphaModFix/>
          </a:blip>
          <a:stretch>
            <a:fillRect/>
          </a:stretch>
        </p:blipFill>
        <p:spPr>
          <a:xfrm>
            <a:off x="8505050" y="-16450"/>
            <a:ext cx="534225" cy="532800"/>
          </a:xfrm>
          <a:prstGeom prst="rect">
            <a:avLst/>
          </a:prstGeom>
          <a:noFill/>
          <a:ln>
            <a:noFill/>
          </a:ln>
        </p:spPr>
      </p:pic>
      <p:pic>
        <p:nvPicPr>
          <p:cNvPr id="808" name="Google Shape;808;p124" descr="A person wearing a garment&#10;&#10;Description automatically generated with low confidence"/>
          <p:cNvPicPr preferRelativeResize="0"/>
          <p:nvPr/>
        </p:nvPicPr>
        <p:blipFill rotWithShape="1">
          <a:blip r:embed="rId4">
            <a:alphaModFix/>
          </a:blip>
          <a:srcRect/>
          <a:stretch/>
        </p:blipFill>
        <p:spPr>
          <a:xfrm>
            <a:off x="8175704" y="1503803"/>
            <a:ext cx="912324" cy="912350"/>
          </a:xfrm>
          <a:prstGeom prst="rect">
            <a:avLst/>
          </a:prstGeom>
          <a:noFill/>
          <a:ln>
            <a:noFill/>
          </a:ln>
        </p:spPr>
      </p:pic>
      <p:pic>
        <p:nvPicPr>
          <p:cNvPr id="809" name="Google Shape;809;p124" descr="A group of people dressed in clothing&#10;&#10;Description automatically generated with medium confidence"/>
          <p:cNvPicPr preferRelativeResize="0"/>
          <p:nvPr/>
        </p:nvPicPr>
        <p:blipFill rotWithShape="1">
          <a:blip r:embed="rId5">
            <a:alphaModFix/>
          </a:blip>
          <a:srcRect/>
          <a:stretch/>
        </p:blipFill>
        <p:spPr>
          <a:xfrm>
            <a:off x="7498451" y="632737"/>
            <a:ext cx="1041775" cy="1041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125"/>
          <p:cNvSpPr txBox="1">
            <a:spLocks noGrp="1"/>
          </p:cNvSpPr>
          <p:nvPr>
            <p:ph type="ctrTitle"/>
          </p:nvPr>
        </p:nvSpPr>
        <p:spPr>
          <a:xfrm>
            <a:off x="0" y="2575750"/>
            <a:ext cx="9144000" cy="1362300"/>
          </a:xfrm>
          <a:prstGeom prst="rect">
            <a:avLst/>
          </a:prstGeom>
        </p:spPr>
        <p:txBody>
          <a:bodyPr spcFirstLastPara="1" wrap="square" lIns="0" tIns="0" rIns="0" bIns="0" anchor="ctr" anchorCtr="0">
            <a:noAutofit/>
          </a:bodyPr>
          <a:lstStyle/>
          <a:p>
            <a:pPr marL="0" lvl="0" indent="0" algn="ctr" rtl="0">
              <a:lnSpc>
                <a:spcPct val="115000"/>
              </a:lnSpc>
              <a:spcBef>
                <a:spcPts val="0"/>
              </a:spcBef>
              <a:spcAft>
                <a:spcPts val="0"/>
              </a:spcAft>
              <a:buNone/>
            </a:pPr>
            <a:r>
              <a:rPr lang="en" sz="3200" b="0" dirty="0">
                <a:solidFill>
                  <a:srgbClr val="97B0CE"/>
                </a:solidFill>
                <a:latin typeface="Poppins SemiBold"/>
                <a:ea typeface="Poppins SemiBold"/>
                <a:cs typeface="Poppins SemiBold"/>
                <a:sym typeface="Poppins SemiBold"/>
              </a:rPr>
              <a:t>Thank You</a:t>
            </a:r>
            <a:endParaRPr sz="5400" dirty="0"/>
          </a:p>
        </p:txBody>
      </p:sp>
      <p:pic>
        <p:nvPicPr>
          <p:cNvPr id="815" name="Google Shape;815;p125"/>
          <p:cNvPicPr preferRelativeResize="0"/>
          <p:nvPr/>
        </p:nvPicPr>
        <p:blipFill rotWithShape="1">
          <a:blip r:embed="rId3">
            <a:alphaModFix/>
          </a:blip>
          <a:srcRect l="249" r="249"/>
          <a:stretch/>
        </p:blipFill>
        <p:spPr>
          <a:xfrm>
            <a:off x="8253625" y="571500"/>
            <a:ext cx="318887" cy="390600"/>
          </a:xfrm>
          <a:prstGeom prst="rect">
            <a:avLst/>
          </a:prstGeom>
          <a:noFill/>
          <a:ln>
            <a:noFill/>
          </a:ln>
        </p:spPr>
      </p:pic>
      <p:pic>
        <p:nvPicPr>
          <p:cNvPr id="816" name="Google Shape;816;p125"/>
          <p:cNvPicPr preferRelativeResize="0"/>
          <p:nvPr/>
        </p:nvPicPr>
        <p:blipFill>
          <a:blip r:embed="rId4">
            <a:alphaModFix/>
          </a:blip>
          <a:stretch>
            <a:fillRect/>
          </a:stretch>
        </p:blipFill>
        <p:spPr>
          <a:xfrm>
            <a:off x="3812062" y="1379001"/>
            <a:ext cx="1519875" cy="1515825"/>
          </a:xfrm>
          <a:prstGeom prst="rect">
            <a:avLst/>
          </a:prstGeom>
          <a:noFill/>
          <a:ln>
            <a:noFill/>
          </a:ln>
        </p:spPr>
      </p:pic>
    </p:spTree>
  </p:cSld>
  <p:clrMapOvr>
    <a:masterClrMapping/>
  </p:clrMapOvr>
</p:sld>
</file>

<file path=ppt/theme/theme1.xml><?xml version="1.0" encoding="utf-8"?>
<a:theme xmlns:a="http://schemas.openxmlformats.org/drawingml/2006/main" name="Product School Foundations">
  <a:themeElements>
    <a:clrScheme name="Simple Light">
      <a:dk1>
        <a:srgbClr val="07182C"/>
      </a:dk1>
      <a:lt1>
        <a:srgbClr val="FCFCFC"/>
      </a:lt1>
      <a:dk2>
        <a:srgbClr val="103869"/>
      </a:dk2>
      <a:lt2>
        <a:srgbClr val="0F243E"/>
      </a:lt2>
      <a:accent1>
        <a:srgbClr val="00D3AD"/>
      </a:accent1>
      <a:accent2>
        <a:srgbClr val="18C3D9"/>
      </a:accent2>
      <a:accent3>
        <a:srgbClr val="E46EB5"/>
      </a:accent3>
      <a:accent4>
        <a:srgbClr val="85859F"/>
      </a:accent4>
      <a:accent5>
        <a:srgbClr val="E5E5EB"/>
      </a:accent5>
      <a:accent6>
        <a:srgbClr val="BAF7EC"/>
      </a:accent6>
      <a:hlink>
        <a:srgbClr val="1038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oduct School Foundations">
  <a:themeElements>
    <a:clrScheme name="Simple Light">
      <a:dk1>
        <a:srgbClr val="07182C"/>
      </a:dk1>
      <a:lt1>
        <a:srgbClr val="FCFCFC"/>
      </a:lt1>
      <a:dk2>
        <a:srgbClr val="103869"/>
      </a:dk2>
      <a:lt2>
        <a:srgbClr val="0F243E"/>
      </a:lt2>
      <a:accent1>
        <a:srgbClr val="00D3AD"/>
      </a:accent1>
      <a:accent2>
        <a:srgbClr val="18C3D9"/>
      </a:accent2>
      <a:accent3>
        <a:srgbClr val="E46EB5"/>
      </a:accent3>
      <a:accent4>
        <a:srgbClr val="85859F"/>
      </a:accent4>
      <a:accent5>
        <a:srgbClr val="E5E5EB"/>
      </a:accent5>
      <a:accent6>
        <a:srgbClr val="BAF7EC"/>
      </a:accent6>
      <a:hlink>
        <a:srgbClr val="1038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2013</Words>
  <Application>Microsoft Office PowerPoint</Application>
  <PresentationFormat>Apresentação no Ecrã (16:9)</PresentationFormat>
  <Paragraphs>167</Paragraphs>
  <Slides>11</Slides>
  <Notes>11</Notes>
  <HiddenSlides>0</HiddenSlides>
  <MMClips>0</MMClips>
  <ScaleCrop>false</ScaleCrop>
  <HeadingPairs>
    <vt:vector size="6" baseType="variant">
      <vt:variant>
        <vt:lpstr>Tipos de letra usados</vt:lpstr>
      </vt:variant>
      <vt:variant>
        <vt:i4>4</vt:i4>
      </vt:variant>
      <vt:variant>
        <vt:lpstr>Tema</vt:lpstr>
      </vt:variant>
      <vt:variant>
        <vt:i4>2</vt:i4>
      </vt:variant>
      <vt:variant>
        <vt:lpstr>Títulos dos diapositivos</vt:lpstr>
      </vt:variant>
      <vt:variant>
        <vt:i4>11</vt:i4>
      </vt:variant>
    </vt:vector>
  </HeadingPairs>
  <TitlesOfParts>
    <vt:vector size="17" baseType="lpstr">
      <vt:lpstr>Poppins SemiBold</vt:lpstr>
      <vt:lpstr>Lato</vt:lpstr>
      <vt:lpstr>Arial</vt:lpstr>
      <vt:lpstr>Poppins</vt:lpstr>
      <vt:lpstr>Product School Foundations</vt:lpstr>
      <vt:lpstr>Product School Foundations</vt:lpstr>
      <vt:lpstr>Personal Shopper NPC</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Rodolfo Silva</cp:lastModifiedBy>
  <cp:revision>2</cp:revision>
  <dcterms:modified xsi:type="dcterms:W3CDTF">2026-09-25T13:47:25Z</dcterms:modified>
</cp:coreProperties>
</file>